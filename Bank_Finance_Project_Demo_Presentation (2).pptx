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0" r:id="rId2"/>
    <p:sldId id="257" r:id="rId3"/>
    <p:sldId id="258" r:id="rId4"/>
    <p:sldId id="271" r:id="rId5"/>
    <p:sldId id="260" r:id="rId6"/>
    <p:sldId id="269" r:id="rId7"/>
    <p:sldId id="259" r:id="rId8"/>
    <p:sldId id="273" r:id="rId9"/>
    <p:sldId id="272" r:id="rId10"/>
    <p:sldId id="274" r:id="rId11"/>
    <p:sldId id="261" r:id="rId12"/>
    <p:sldId id="266" r:id="rId13"/>
    <p:sldId id="268" r:id="rId14"/>
    <p:sldId id="267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78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2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2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EE1EDF-37D0-47B8-A724-CAAFD3888F2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2542D95-D499-4C3A-B70D-65066E47A4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Manual banking processes are time-consuming and error-prone.</a:t>
          </a:r>
          <a:endParaRPr lang="en-US"/>
        </a:p>
      </dgm:t>
    </dgm:pt>
    <dgm:pt modelId="{254871FE-7596-4654-AA5E-B8569BEC4CDA}" type="parTrans" cxnId="{FF98BA13-2204-4B65-8225-9D29D986C403}">
      <dgm:prSet/>
      <dgm:spPr/>
      <dgm:t>
        <a:bodyPr/>
        <a:lstStyle/>
        <a:p>
          <a:endParaRPr lang="en-US"/>
        </a:p>
      </dgm:t>
    </dgm:pt>
    <dgm:pt modelId="{1021EA98-EBAF-4654-A5AF-92EBDFFFE1C8}" type="sibTrans" cxnId="{FF98BA13-2204-4B65-8225-9D29D986C403}">
      <dgm:prSet/>
      <dgm:spPr/>
      <dgm:t>
        <a:bodyPr/>
        <a:lstStyle/>
        <a:p>
          <a:endParaRPr lang="en-US"/>
        </a:p>
      </dgm:t>
    </dgm:pt>
    <dgm:pt modelId="{62752BA4-BA6B-4D56-A31E-17061E34A2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Lack of predictive tools for decision-making in finance.</a:t>
          </a:r>
          <a:endParaRPr lang="en-US"/>
        </a:p>
      </dgm:t>
    </dgm:pt>
    <dgm:pt modelId="{DBFC70E2-AF66-485B-B5CD-C36618E5A03D}" type="parTrans" cxnId="{C0BECBF5-2707-4732-8BAE-32C8BB2EB4A4}">
      <dgm:prSet/>
      <dgm:spPr/>
      <dgm:t>
        <a:bodyPr/>
        <a:lstStyle/>
        <a:p>
          <a:endParaRPr lang="en-US"/>
        </a:p>
      </dgm:t>
    </dgm:pt>
    <dgm:pt modelId="{B2AA0F20-73A6-4372-B499-DC2BA52F8CF9}" type="sibTrans" cxnId="{C0BECBF5-2707-4732-8BAE-32C8BB2EB4A4}">
      <dgm:prSet/>
      <dgm:spPr/>
      <dgm:t>
        <a:bodyPr/>
        <a:lstStyle/>
        <a:p>
          <a:endParaRPr lang="en-US"/>
        </a:p>
      </dgm:t>
    </dgm:pt>
    <dgm:pt modelId="{207C4C97-6383-44BF-8E20-AD300E6CAB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Need for secure, efficient, and scalable banking solutions.</a:t>
          </a:r>
          <a:endParaRPr lang="en-US"/>
        </a:p>
      </dgm:t>
    </dgm:pt>
    <dgm:pt modelId="{E77C3605-0D65-437A-915B-27FE982E2C4D}" type="parTrans" cxnId="{B9C67921-1CE4-496E-AC8B-4FD913BFEEBD}">
      <dgm:prSet/>
      <dgm:spPr/>
      <dgm:t>
        <a:bodyPr/>
        <a:lstStyle/>
        <a:p>
          <a:endParaRPr lang="en-US"/>
        </a:p>
      </dgm:t>
    </dgm:pt>
    <dgm:pt modelId="{B6DFABB8-E903-4E60-94AF-649812C7E392}" type="sibTrans" cxnId="{B9C67921-1CE4-496E-AC8B-4FD913BFEEBD}">
      <dgm:prSet/>
      <dgm:spPr/>
      <dgm:t>
        <a:bodyPr/>
        <a:lstStyle/>
        <a:p>
          <a:endParaRPr lang="en-US"/>
        </a:p>
      </dgm:t>
    </dgm:pt>
    <dgm:pt modelId="{C4D3FBC2-238E-4EF0-AE59-B1E75BC75400}" type="pres">
      <dgm:prSet presAssocID="{D8EE1EDF-37D0-47B8-A724-CAAFD3888F26}" presName="root" presStyleCnt="0">
        <dgm:presLayoutVars>
          <dgm:dir/>
          <dgm:resizeHandles val="exact"/>
        </dgm:presLayoutVars>
      </dgm:prSet>
      <dgm:spPr/>
    </dgm:pt>
    <dgm:pt modelId="{4D0297D0-698A-43A4-8736-5595EBE320F9}" type="pres">
      <dgm:prSet presAssocID="{22542D95-D499-4C3A-B70D-65066E47A452}" presName="compNode" presStyleCnt="0"/>
      <dgm:spPr/>
    </dgm:pt>
    <dgm:pt modelId="{1E9C2361-A5EC-430D-A32A-92D6CD10740E}" type="pres">
      <dgm:prSet presAssocID="{22542D95-D499-4C3A-B70D-65066E47A4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ECFFCE7-2913-4037-8A7C-EBEF6CF5C1C5}" type="pres">
      <dgm:prSet presAssocID="{22542D95-D499-4C3A-B70D-65066E47A452}" presName="spaceRect" presStyleCnt="0"/>
      <dgm:spPr/>
    </dgm:pt>
    <dgm:pt modelId="{0A0EC60A-DBBE-41F1-A9BA-2655FC0C7E04}" type="pres">
      <dgm:prSet presAssocID="{22542D95-D499-4C3A-B70D-65066E47A452}" presName="textRect" presStyleLbl="revTx" presStyleIdx="0" presStyleCnt="3">
        <dgm:presLayoutVars>
          <dgm:chMax val="1"/>
          <dgm:chPref val="1"/>
        </dgm:presLayoutVars>
      </dgm:prSet>
      <dgm:spPr/>
    </dgm:pt>
    <dgm:pt modelId="{158EBE93-81AF-4698-904E-F4BC818EA69B}" type="pres">
      <dgm:prSet presAssocID="{1021EA98-EBAF-4654-A5AF-92EBDFFFE1C8}" presName="sibTrans" presStyleCnt="0"/>
      <dgm:spPr/>
    </dgm:pt>
    <dgm:pt modelId="{50F10600-2A57-450C-B640-8EF26247810F}" type="pres">
      <dgm:prSet presAssocID="{62752BA4-BA6B-4D56-A31E-17061E34A269}" presName="compNode" presStyleCnt="0"/>
      <dgm:spPr/>
    </dgm:pt>
    <dgm:pt modelId="{78C7D317-4170-40B3-A8B1-4201388F5E4E}" type="pres">
      <dgm:prSet presAssocID="{62752BA4-BA6B-4D56-A31E-17061E34A26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7FD30DDA-F24F-44BF-8A7F-756DDC5D8BB0}" type="pres">
      <dgm:prSet presAssocID="{62752BA4-BA6B-4D56-A31E-17061E34A269}" presName="spaceRect" presStyleCnt="0"/>
      <dgm:spPr/>
    </dgm:pt>
    <dgm:pt modelId="{047E9A08-FC0B-4C71-8160-6392B3E1AF48}" type="pres">
      <dgm:prSet presAssocID="{62752BA4-BA6B-4D56-A31E-17061E34A269}" presName="textRect" presStyleLbl="revTx" presStyleIdx="1" presStyleCnt="3">
        <dgm:presLayoutVars>
          <dgm:chMax val="1"/>
          <dgm:chPref val="1"/>
        </dgm:presLayoutVars>
      </dgm:prSet>
      <dgm:spPr/>
    </dgm:pt>
    <dgm:pt modelId="{BAFD82BA-FA03-4E27-B4ED-9E52D179BBBB}" type="pres">
      <dgm:prSet presAssocID="{B2AA0F20-73A6-4372-B499-DC2BA52F8CF9}" presName="sibTrans" presStyleCnt="0"/>
      <dgm:spPr/>
    </dgm:pt>
    <dgm:pt modelId="{4C197F3F-60CA-409A-BE55-6D8DEF3403D0}" type="pres">
      <dgm:prSet presAssocID="{207C4C97-6383-44BF-8E20-AD300E6CAB7C}" presName="compNode" presStyleCnt="0"/>
      <dgm:spPr/>
    </dgm:pt>
    <dgm:pt modelId="{2471EBD1-9FE4-44AE-A5B4-B5BC4240A0E1}" type="pres">
      <dgm:prSet presAssocID="{207C4C97-6383-44BF-8E20-AD300E6CAB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35FC90C0-D93C-4436-B4C9-2F503916BFFA}" type="pres">
      <dgm:prSet presAssocID="{207C4C97-6383-44BF-8E20-AD300E6CAB7C}" presName="spaceRect" presStyleCnt="0"/>
      <dgm:spPr/>
    </dgm:pt>
    <dgm:pt modelId="{178F86B2-A5EB-406B-89DE-83DB3D7695CA}" type="pres">
      <dgm:prSet presAssocID="{207C4C97-6383-44BF-8E20-AD300E6CAB7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F98BA13-2204-4B65-8225-9D29D986C403}" srcId="{D8EE1EDF-37D0-47B8-A724-CAAFD3888F26}" destId="{22542D95-D499-4C3A-B70D-65066E47A452}" srcOrd="0" destOrd="0" parTransId="{254871FE-7596-4654-AA5E-B8569BEC4CDA}" sibTransId="{1021EA98-EBAF-4654-A5AF-92EBDFFFE1C8}"/>
    <dgm:cxn modelId="{B9C67921-1CE4-496E-AC8B-4FD913BFEEBD}" srcId="{D8EE1EDF-37D0-47B8-A724-CAAFD3888F26}" destId="{207C4C97-6383-44BF-8E20-AD300E6CAB7C}" srcOrd="2" destOrd="0" parTransId="{E77C3605-0D65-437A-915B-27FE982E2C4D}" sibTransId="{B6DFABB8-E903-4E60-94AF-649812C7E392}"/>
    <dgm:cxn modelId="{B64E983D-0DCB-465A-999B-25C478149D8E}" type="presOf" srcId="{62752BA4-BA6B-4D56-A31E-17061E34A269}" destId="{047E9A08-FC0B-4C71-8160-6392B3E1AF48}" srcOrd="0" destOrd="0" presId="urn:microsoft.com/office/officeart/2018/2/layout/IconLabelList"/>
    <dgm:cxn modelId="{AFAE13A7-A726-4BD6-B857-390044E70602}" type="presOf" srcId="{207C4C97-6383-44BF-8E20-AD300E6CAB7C}" destId="{178F86B2-A5EB-406B-89DE-83DB3D7695CA}" srcOrd="0" destOrd="0" presId="urn:microsoft.com/office/officeart/2018/2/layout/IconLabelList"/>
    <dgm:cxn modelId="{FA5947EE-3D62-471D-898A-16F2E30C7B28}" type="presOf" srcId="{D8EE1EDF-37D0-47B8-A724-CAAFD3888F26}" destId="{C4D3FBC2-238E-4EF0-AE59-B1E75BC75400}" srcOrd="0" destOrd="0" presId="urn:microsoft.com/office/officeart/2018/2/layout/IconLabelList"/>
    <dgm:cxn modelId="{C0BECBF5-2707-4732-8BAE-32C8BB2EB4A4}" srcId="{D8EE1EDF-37D0-47B8-A724-CAAFD3888F26}" destId="{62752BA4-BA6B-4D56-A31E-17061E34A269}" srcOrd="1" destOrd="0" parTransId="{DBFC70E2-AF66-485B-B5CD-C36618E5A03D}" sibTransId="{B2AA0F20-73A6-4372-B499-DC2BA52F8CF9}"/>
    <dgm:cxn modelId="{DCF4B0FE-72B2-4F68-BA9F-C6F41ECEECEA}" type="presOf" srcId="{22542D95-D499-4C3A-B70D-65066E47A452}" destId="{0A0EC60A-DBBE-41F1-A9BA-2655FC0C7E04}" srcOrd="0" destOrd="0" presId="urn:microsoft.com/office/officeart/2018/2/layout/IconLabelList"/>
    <dgm:cxn modelId="{25ACDAD2-BA38-4600-BA1C-10C56B20001F}" type="presParOf" srcId="{C4D3FBC2-238E-4EF0-AE59-B1E75BC75400}" destId="{4D0297D0-698A-43A4-8736-5595EBE320F9}" srcOrd="0" destOrd="0" presId="urn:microsoft.com/office/officeart/2018/2/layout/IconLabelList"/>
    <dgm:cxn modelId="{C83ADE1A-0A9D-4A86-B22E-D4C3CBD10405}" type="presParOf" srcId="{4D0297D0-698A-43A4-8736-5595EBE320F9}" destId="{1E9C2361-A5EC-430D-A32A-92D6CD10740E}" srcOrd="0" destOrd="0" presId="urn:microsoft.com/office/officeart/2018/2/layout/IconLabelList"/>
    <dgm:cxn modelId="{A0200036-4F4E-4107-85C9-0C7A534A567E}" type="presParOf" srcId="{4D0297D0-698A-43A4-8736-5595EBE320F9}" destId="{2ECFFCE7-2913-4037-8A7C-EBEF6CF5C1C5}" srcOrd="1" destOrd="0" presId="urn:microsoft.com/office/officeart/2018/2/layout/IconLabelList"/>
    <dgm:cxn modelId="{4C45B3BB-E6DE-405D-8DD8-E703A99FAAF3}" type="presParOf" srcId="{4D0297D0-698A-43A4-8736-5595EBE320F9}" destId="{0A0EC60A-DBBE-41F1-A9BA-2655FC0C7E04}" srcOrd="2" destOrd="0" presId="urn:microsoft.com/office/officeart/2018/2/layout/IconLabelList"/>
    <dgm:cxn modelId="{1A02A351-2542-4AD7-B52A-32191C27D0F2}" type="presParOf" srcId="{C4D3FBC2-238E-4EF0-AE59-B1E75BC75400}" destId="{158EBE93-81AF-4698-904E-F4BC818EA69B}" srcOrd="1" destOrd="0" presId="urn:microsoft.com/office/officeart/2018/2/layout/IconLabelList"/>
    <dgm:cxn modelId="{C12BDB4B-502C-485D-8C1C-11BD4F79415C}" type="presParOf" srcId="{C4D3FBC2-238E-4EF0-AE59-B1E75BC75400}" destId="{50F10600-2A57-450C-B640-8EF26247810F}" srcOrd="2" destOrd="0" presId="urn:microsoft.com/office/officeart/2018/2/layout/IconLabelList"/>
    <dgm:cxn modelId="{5EF5E4BC-CE3B-4DC5-B4D9-EE28DEE69A95}" type="presParOf" srcId="{50F10600-2A57-450C-B640-8EF26247810F}" destId="{78C7D317-4170-40B3-A8B1-4201388F5E4E}" srcOrd="0" destOrd="0" presId="urn:microsoft.com/office/officeart/2018/2/layout/IconLabelList"/>
    <dgm:cxn modelId="{53C86A81-16EB-4E1D-9312-ED2115E91CE2}" type="presParOf" srcId="{50F10600-2A57-450C-B640-8EF26247810F}" destId="{7FD30DDA-F24F-44BF-8A7F-756DDC5D8BB0}" srcOrd="1" destOrd="0" presId="urn:microsoft.com/office/officeart/2018/2/layout/IconLabelList"/>
    <dgm:cxn modelId="{7ADAB04F-3F0B-4125-97BF-0DC23CF91397}" type="presParOf" srcId="{50F10600-2A57-450C-B640-8EF26247810F}" destId="{047E9A08-FC0B-4C71-8160-6392B3E1AF48}" srcOrd="2" destOrd="0" presId="urn:microsoft.com/office/officeart/2018/2/layout/IconLabelList"/>
    <dgm:cxn modelId="{40D10C2E-313C-4384-AC9A-3F8BA9BF555F}" type="presParOf" srcId="{C4D3FBC2-238E-4EF0-AE59-B1E75BC75400}" destId="{BAFD82BA-FA03-4E27-B4ED-9E52D179BBBB}" srcOrd="3" destOrd="0" presId="urn:microsoft.com/office/officeart/2018/2/layout/IconLabelList"/>
    <dgm:cxn modelId="{8241293C-DBDD-4E76-816B-1A23320A069E}" type="presParOf" srcId="{C4D3FBC2-238E-4EF0-AE59-B1E75BC75400}" destId="{4C197F3F-60CA-409A-BE55-6D8DEF3403D0}" srcOrd="4" destOrd="0" presId="urn:microsoft.com/office/officeart/2018/2/layout/IconLabelList"/>
    <dgm:cxn modelId="{24FCB09D-6FD3-41CE-9143-EB916575644C}" type="presParOf" srcId="{4C197F3F-60CA-409A-BE55-6D8DEF3403D0}" destId="{2471EBD1-9FE4-44AE-A5B4-B5BC4240A0E1}" srcOrd="0" destOrd="0" presId="urn:microsoft.com/office/officeart/2018/2/layout/IconLabelList"/>
    <dgm:cxn modelId="{AFB66CAA-3B1F-453E-8DFE-6EF4B2FD3D94}" type="presParOf" srcId="{4C197F3F-60CA-409A-BE55-6D8DEF3403D0}" destId="{35FC90C0-D93C-4436-B4C9-2F503916BFFA}" srcOrd="1" destOrd="0" presId="urn:microsoft.com/office/officeart/2018/2/layout/IconLabelList"/>
    <dgm:cxn modelId="{238A7AC1-D6CC-4BE8-A65E-184AA1C5A9F0}" type="presParOf" srcId="{4C197F3F-60CA-409A-BE55-6D8DEF3403D0}" destId="{178F86B2-A5EB-406B-89DE-83DB3D7695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A4AA85-E07A-4266-9854-F11D15A3BE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E12F7C6-C314-4A83-A5BC-7270987CD0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Web-based system using Django for banking operations.</a:t>
          </a:r>
          <a:endParaRPr lang="en-US"/>
        </a:p>
      </dgm:t>
    </dgm:pt>
    <dgm:pt modelId="{FF194906-5F95-482E-9D7E-ABB2B9C371E5}" type="parTrans" cxnId="{021D8144-C82D-42E5-9655-51E33E961747}">
      <dgm:prSet/>
      <dgm:spPr/>
      <dgm:t>
        <a:bodyPr/>
        <a:lstStyle/>
        <a:p>
          <a:endParaRPr lang="en-US"/>
        </a:p>
      </dgm:t>
    </dgm:pt>
    <dgm:pt modelId="{6262C350-79B7-49E6-9466-7823E3124C28}" type="sibTrans" cxnId="{021D8144-C82D-42E5-9655-51E33E961747}">
      <dgm:prSet/>
      <dgm:spPr/>
      <dgm:t>
        <a:bodyPr/>
        <a:lstStyle/>
        <a:p>
          <a:endParaRPr lang="en-US"/>
        </a:p>
      </dgm:t>
    </dgm:pt>
    <dgm:pt modelId="{99140019-5C0A-4121-B3DB-61FD346DAB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Secure user authentication and role-based access.</a:t>
          </a:r>
          <a:endParaRPr lang="en-US"/>
        </a:p>
      </dgm:t>
    </dgm:pt>
    <dgm:pt modelId="{3828FDD6-0691-44C0-9BC8-3ABEFEF37CDA}" type="parTrans" cxnId="{BC0880B9-DE99-4B86-AC01-044C542AD118}">
      <dgm:prSet/>
      <dgm:spPr/>
      <dgm:t>
        <a:bodyPr/>
        <a:lstStyle/>
        <a:p>
          <a:endParaRPr lang="en-US"/>
        </a:p>
      </dgm:t>
    </dgm:pt>
    <dgm:pt modelId="{C6993865-9A74-4A6A-9E91-30A903D5B7DF}" type="sibTrans" cxnId="{BC0880B9-DE99-4B86-AC01-044C542AD118}">
      <dgm:prSet/>
      <dgm:spPr/>
      <dgm:t>
        <a:bodyPr/>
        <a:lstStyle/>
        <a:p>
          <a:endParaRPr lang="en-US"/>
        </a:p>
      </dgm:t>
    </dgm:pt>
    <dgm:pt modelId="{E28AEABB-748D-4760-9554-C648A082DA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Machine Learning for fraud detection or credit analysis.</a:t>
          </a:r>
          <a:endParaRPr lang="en-US"/>
        </a:p>
      </dgm:t>
    </dgm:pt>
    <dgm:pt modelId="{CB4482C0-E96E-4BBB-98B5-4E5B872AC65B}" type="parTrans" cxnId="{5D71E288-1530-4A4B-BC0E-EE90B4864795}">
      <dgm:prSet/>
      <dgm:spPr/>
      <dgm:t>
        <a:bodyPr/>
        <a:lstStyle/>
        <a:p>
          <a:endParaRPr lang="en-US"/>
        </a:p>
      </dgm:t>
    </dgm:pt>
    <dgm:pt modelId="{ACF3DC8F-0747-4D27-846B-2C526F2F51F3}" type="sibTrans" cxnId="{5D71E288-1530-4A4B-BC0E-EE90B4864795}">
      <dgm:prSet/>
      <dgm:spPr/>
      <dgm:t>
        <a:bodyPr/>
        <a:lstStyle/>
        <a:p>
          <a:endParaRPr lang="en-US"/>
        </a:p>
      </dgm:t>
    </dgm:pt>
    <dgm:pt modelId="{58ADB37E-7DCA-4333-9551-375DE1A44002}" type="pres">
      <dgm:prSet presAssocID="{F4A4AA85-E07A-4266-9854-F11D15A3BE2D}" presName="root" presStyleCnt="0">
        <dgm:presLayoutVars>
          <dgm:dir/>
          <dgm:resizeHandles val="exact"/>
        </dgm:presLayoutVars>
      </dgm:prSet>
      <dgm:spPr/>
    </dgm:pt>
    <dgm:pt modelId="{EE8DB212-2D89-477A-B073-32966A066B66}" type="pres">
      <dgm:prSet presAssocID="{1E12F7C6-C314-4A83-A5BC-7270987CD0F4}" presName="compNode" presStyleCnt="0"/>
      <dgm:spPr/>
    </dgm:pt>
    <dgm:pt modelId="{B67D5C53-D9A5-478D-872E-21F6EED28D19}" type="pres">
      <dgm:prSet presAssocID="{1E12F7C6-C314-4A83-A5BC-7270987CD0F4}" presName="bgRect" presStyleLbl="bgShp" presStyleIdx="0" presStyleCnt="3"/>
      <dgm:spPr/>
    </dgm:pt>
    <dgm:pt modelId="{8975C566-2D92-48F4-B6F6-97B5179A2A69}" type="pres">
      <dgm:prSet presAssocID="{1E12F7C6-C314-4A83-A5BC-7270987CD0F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Xylophone"/>
        </a:ext>
      </dgm:extLst>
    </dgm:pt>
    <dgm:pt modelId="{47C0DF49-E3C5-4FBB-855C-C309FD77FD7A}" type="pres">
      <dgm:prSet presAssocID="{1E12F7C6-C314-4A83-A5BC-7270987CD0F4}" presName="spaceRect" presStyleCnt="0"/>
      <dgm:spPr/>
    </dgm:pt>
    <dgm:pt modelId="{1F97471C-144F-4112-8C51-D644232B4D06}" type="pres">
      <dgm:prSet presAssocID="{1E12F7C6-C314-4A83-A5BC-7270987CD0F4}" presName="parTx" presStyleLbl="revTx" presStyleIdx="0" presStyleCnt="3">
        <dgm:presLayoutVars>
          <dgm:chMax val="0"/>
          <dgm:chPref val="0"/>
        </dgm:presLayoutVars>
      </dgm:prSet>
      <dgm:spPr/>
    </dgm:pt>
    <dgm:pt modelId="{101CF018-EA8B-491C-8961-AED2E68D5E8E}" type="pres">
      <dgm:prSet presAssocID="{6262C350-79B7-49E6-9466-7823E3124C28}" presName="sibTrans" presStyleCnt="0"/>
      <dgm:spPr/>
    </dgm:pt>
    <dgm:pt modelId="{4E242B84-5148-43A5-A51B-B6024C3FD44E}" type="pres">
      <dgm:prSet presAssocID="{99140019-5C0A-4121-B3DB-61FD346DAB96}" presName="compNode" presStyleCnt="0"/>
      <dgm:spPr/>
    </dgm:pt>
    <dgm:pt modelId="{301A5202-5732-4CDA-85F9-C5E989849B28}" type="pres">
      <dgm:prSet presAssocID="{99140019-5C0A-4121-B3DB-61FD346DAB96}" presName="bgRect" presStyleLbl="bgShp" presStyleIdx="1" presStyleCnt="3"/>
      <dgm:spPr/>
    </dgm:pt>
    <dgm:pt modelId="{E06F461D-251D-432F-9E54-9EA362AEFC1A}" type="pres">
      <dgm:prSet presAssocID="{99140019-5C0A-4121-B3DB-61FD346DAB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10D9534-3C98-4059-9FFC-11C9453A218F}" type="pres">
      <dgm:prSet presAssocID="{99140019-5C0A-4121-B3DB-61FD346DAB96}" presName="spaceRect" presStyleCnt="0"/>
      <dgm:spPr/>
    </dgm:pt>
    <dgm:pt modelId="{B82E4E49-6092-4A4D-9069-ED3E5C954432}" type="pres">
      <dgm:prSet presAssocID="{99140019-5C0A-4121-B3DB-61FD346DAB96}" presName="parTx" presStyleLbl="revTx" presStyleIdx="1" presStyleCnt="3">
        <dgm:presLayoutVars>
          <dgm:chMax val="0"/>
          <dgm:chPref val="0"/>
        </dgm:presLayoutVars>
      </dgm:prSet>
      <dgm:spPr/>
    </dgm:pt>
    <dgm:pt modelId="{2E59F058-D9C5-477D-8857-60D9D242CF99}" type="pres">
      <dgm:prSet presAssocID="{C6993865-9A74-4A6A-9E91-30A903D5B7DF}" presName="sibTrans" presStyleCnt="0"/>
      <dgm:spPr/>
    </dgm:pt>
    <dgm:pt modelId="{CDFC89AF-B20D-43C2-ABF2-C3DC4E2E7313}" type="pres">
      <dgm:prSet presAssocID="{E28AEABB-748D-4760-9554-C648A082DA9C}" presName="compNode" presStyleCnt="0"/>
      <dgm:spPr/>
    </dgm:pt>
    <dgm:pt modelId="{59726AE8-1F72-49CC-B61D-828535A45621}" type="pres">
      <dgm:prSet presAssocID="{E28AEABB-748D-4760-9554-C648A082DA9C}" presName="bgRect" presStyleLbl="bgShp" presStyleIdx="2" presStyleCnt="3"/>
      <dgm:spPr/>
    </dgm:pt>
    <dgm:pt modelId="{97F592E2-773C-40F5-BBC4-BB2BB5BF7F5A}" type="pres">
      <dgm:prSet presAssocID="{E28AEABB-748D-4760-9554-C648A082DA9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3CDF204E-1F7C-474C-BF0D-20D4CAFEE1AF}" type="pres">
      <dgm:prSet presAssocID="{E28AEABB-748D-4760-9554-C648A082DA9C}" presName="spaceRect" presStyleCnt="0"/>
      <dgm:spPr/>
    </dgm:pt>
    <dgm:pt modelId="{52CB27D1-066E-4FD1-9600-5F413C90B656}" type="pres">
      <dgm:prSet presAssocID="{E28AEABB-748D-4760-9554-C648A082DA9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21D8144-C82D-42E5-9655-51E33E961747}" srcId="{F4A4AA85-E07A-4266-9854-F11D15A3BE2D}" destId="{1E12F7C6-C314-4A83-A5BC-7270987CD0F4}" srcOrd="0" destOrd="0" parTransId="{FF194906-5F95-482E-9D7E-ABB2B9C371E5}" sibTransId="{6262C350-79B7-49E6-9466-7823E3124C28}"/>
    <dgm:cxn modelId="{6CEB9E4B-6A3A-45F5-9E58-EDDDE315ACE2}" type="presOf" srcId="{99140019-5C0A-4121-B3DB-61FD346DAB96}" destId="{B82E4E49-6092-4A4D-9069-ED3E5C954432}" srcOrd="0" destOrd="0" presId="urn:microsoft.com/office/officeart/2018/2/layout/IconVerticalSolidList"/>
    <dgm:cxn modelId="{759B687D-B01D-4B66-A885-AA72646C7C61}" type="presOf" srcId="{F4A4AA85-E07A-4266-9854-F11D15A3BE2D}" destId="{58ADB37E-7DCA-4333-9551-375DE1A44002}" srcOrd="0" destOrd="0" presId="urn:microsoft.com/office/officeart/2018/2/layout/IconVerticalSolidList"/>
    <dgm:cxn modelId="{5D71E288-1530-4A4B-BC0E-EE90B4864795}" srcId="{F4A4AA85-E07A-4266-9854-F11D15A3BE2D}" destId="{E28AEABB-748D-4760-9554-C648A082DA9C}" srcOrd="2" destOrd="0" parTransId="{CB4482C0-E96E-4BBB-98B5-4E5B872AC65B}" sibTransId="{ACF3DC8F-0747-4D27-846B-2C526F2F51F3}"/>
    <dgm:cxn modelId="{BC0880B9-DE99-4B86-AC01-044C542AD118}" srcId="{F4A4AA85-E07A-4266-9854-F11D15A3BE2D}" destId="{99140019-5C0A-4121-B3DB-61FD346DAB96}" srcOrd="1" destOrd="0" parTransId="{3828FDD6-0691-44C0-9BC8-3ABEFEF37CDA}" sibTransId="{C6993865-9A74-4A6A-9E91-30A903D5B7DF}"/>
    <dgm:cxn modelId="{6C4405F6-94DD-422D-826E-4156DB12307B}" type="presOf" srcId="{E28AEABB-748D-4760-9554-C648A082DA9C}" destId="{52CB27D1-066E-4FD1-9600-5F413C90B656}" srcOrd="0" destOrd="0" presId="urn:microsoft.com/office/officeart/2018/2/layout/IconVerticalSolidList"/>
    <dgm:cxn modelId="{3D833BF8-BC3E-451F-8AEC-E9CF4F02237E}" type="presOf" srcId="{1E12F7C6-C314-4A83-A5BC-7270987CD0F4}" destId="{1F97471C-144F-4112-8C51-D644232B4D06}" srcOrd="0" destOrd="0" presId="urn:microsoft.com/office/officeart/2018/2/layout/IconVerticalSolidList"/>
    <dgm:cxn modelId="{F54C6594-12C9-4346-BAEF-DDA4C2A76236}" type="presParOf" srcId="{58ADB37E-7DCA-4333-9551-375DE1A44002}" destId="{EE8DB212-2D89-477A-B073-32966A066B66}" srcOrd="0" destOrd="0" presId="urn:microsoft.com/office/officeart/2018/2/layout/IconVerticalSolidList"/>
    <dgm:cxn modelId="{F9805665-639B-4A8A-A283-989E6E0C8848}" type="presParOf" srcId="{EE8DB212-2D89-477A-B073-32966A066B66}" destId="{B67D5C53-D9A5-478D-872E-21F6EED28D19}" srcOrd="0" destOrd="0" presId="urn:microsoft.com/office/officeart/2018/2/layout/IconVerticalSolidList"/>
    <dgm:cxn modelId="{9D468521-AC0A-4482-9E0D-DB09D7EA0C82}" type="presParOf" srcId="{EE8DB212-2D89-477A-B073-32966A066B66}" destId="{8975C566-2D92-48F4-B6F6-97B5179A2A69}" srcOrd="1" destOrd="0" presId="urn:microsoft.com/office/officeart/2018/2/layout/IconVerticalSolidList"/>
    <dgm:cxn modelId="{D6C93F89-99F6-4BD4-BDC7-5A8A09E197AD}" type="presParOf" srcId="{EE8DB212-2D89-477A-B073-32966A066B66}" destId="{47C0DF49-E3C5-4FBB-855C-C309FD77FD7A}" srcOrd="2" destOrd="0" presId="urn:microsoft.com/office/officeart/2018/2/layout/IconVerticalSolidList"/>
    <dgm:cxn modelId="{E03EA0F8-EC68-4446-86D5-1F7B523ECEEC}" type="presParOf" srcId="{EE8DB212-2D89-477A-B073-32966A066B66}" destId="{1F97471C-144F-4112-8C51-D644232B4D06}" srcOrd="3" destOrd="0" presId="urn:microsoft.com/office/officeart/2018/2/layout/IconVerticalSolidList"/>
    <dgm:cxn modelId="{9AF21655-9624-4346-A8A4-E17150276DCE}" type="presParOf" srcId="{58ADB37E-7DCA-4333-9551-375DE1A44002}" destId="{101CF018-EA8B-491C-8961-AED2E68D5E8E}" srcOrd="1" destOrd="0" presId="urn:microsoft.com/office/officeart/2018/2/layout/IconVerticalSolidList"/>
    <dgm:cxn modelId="{70BA03C4-84EB-4D07-927B-9DB1035ECFDD}" type="presParOf" srcId="{58ADB37E-7DCA-4333-9551-375DE1A44002}" destId="{4E242B84-5148-43A5-A51B-B6024C3FD44E}" srcOrd="2" destOrd="0" presId="urn:microsoft.com/office/officeart/2018/2/layout/IconVerticalSolidList"/>
    <dgm:cxn modelId="{15421D21-BAA8-49B2-93F1-BED9A4C3C55F}" type="presParOf" srcId="{4E242B84-5148-43A5-A51B-B6024C3FD44E}" destId="{301A5202-5732-4CDA-85F9-C5E989849B28}" srcOrd="0" destOrd="0" presId="urn:microsoft.com/office/officeart/2018/2/layout/IconVerticalSolidList"/>
    <dgm:cxn modelId="{1C120A14-9436-4C44-AA8C-3BBF533719FE}" type="presParOf" srcId="{4E242B84-5148-43A5-A51B-B6024C3FD44E}" destId="{E06F461D-251D-432F-9E54-9EA362AEFC1A}" srcOrd="1" destOrd="0" presId="urn:microsoft.com/office/officeart/2018/2/layout/IconVerticalSolidList"/>
    <dgm:cxn modelId="{6CDEB5A4-518E-461F-A2B0-DC062A726B7D}" type="presParOf" srcId="{4E242B84-5148-43A5-A51B-B6024C3FD44E}" destId="{C10D9534-3C98-4059-9FFC-11C9453A218F}" srcOrd="2" destOrd="0" presId="urn:microsoft.com/office/officeart/2018/2/layout/IconVerticalSolidList"/>
    <dgm:cxn modelId="{05A6A53C-4B12-4FF0-8586-CD33C9EBCBCA}" type="presParOf" srcId="{4E242B84-5148-43A5-A51B-B6024C3FD44E}" destId="{B82E4E49-6092-4A4D-9069-ED3E5C954432}" srcOrd="3" destOrd="0" presId="urn:microsoft.com/office/officeart/2018/2/layout/IconVerticalSolidList"/>
    <dgm:cxn modelId="{8F8A8092-2415-454C-BC9A-CA53D5A2A6E8}" type="presParOf" srcId="{58ADB37E-7DCA-4333-9551-375DE1A44002}" destId="{2E59F058-D9C5-477D-8857-60D9D242CF99}" srcOrd="3" destOrd="0" presId="urn:microsoft.com/office/officeart/2018/2/layout/IconVerticalSolidList"/>
    <dgm:cxn modelId="{F6115283-D557-4101-B86E-D7823514D7C3}" type="presParOf" srcId="{58ADB37E-7DCA-4333-9551-375DE1A44002}" destId="{CDFC89AF-B20D-43C2-ABF2-C3DC4E2E7313}" srcOrd="4" destOrd="0" presId="urn:microsoft.com/office/officeart/2018/2/layout/IconVerticalSolidList"/>
    <dgm:cxn modelId="{07EAEF65-002F-4D6E-8E53-923C82C00972}" type="presParOf" srcId="{CDFC89AF-B20D-43C2-ABF2-C3DC4E2E7313}" destId="{59726AE8-1F72-49CC-B61D-828535A45621}" srcOrd="0" destOrd="0" presId="urn:microsoft.com/office/officeart/2018/2/layout/IconVerticalSolidList"/>
    <dgm:cxn modelId="{9037F96D-48DD-44AD-8720-7D9B973ED6B2}" type="presParOf" srcId="{CDFC89AF-B20D-43C2-ABF2-C3DC4E2E7313}" destId="{97F592E2-773C-40F5-BBC4-BB2BB5BF7F5A}" srcOrd="1" destOrd="0" presId="urn:microsoft.com/office/officeart/2018/2/layout/IconVerticalSolidList"/>
    <dgm:cxn modelId="{4F1CCB17-1BBF-4129-AA96-9BCA93DBB9F6}" type="presParOf" srcId="{CDFC89AF-B20D-43C2-ABF2-C3DC4E2E7313}" destId="{3CDF204E-1F7C-474C-BF0D-20D4CAFEE1AF}" srcOrd="2" destOrd="0" presId="urn:microsoft.com/office/officeart/2018/2/layout/IconVerticalSolidList"/>
    <dgm:cxn modelId="{ADC150CB-C3F2-469C-A849-FE6E55B3D184}" type="presParOf" srcId="{CDFC89AF-B20D-43C2-ABF2-C3DC4E2E7313}" destId="{52CB27D1-066E-4FD1-9600-5F413C90B6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7BFA2B-60A5-47E3-BBF4-95773902D2A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FF7C367-6285-4A83-834E-9164F7705B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• User authentication and dashboard</a:t>
          </a:r>
          <a:endParaRPr lang="en-US" dirty="0"/>
        </a:p>
      </dgm:t>
    </dgm:pt>
    <dgm:pt modelId="{A9AAF362-E0B5-4096-A7A8-2A0F3C993C0A}" type="parTrans" cxnId="{E2FED427-8E1A-41CD-AA8F-C0EC7E59E6CF}">
      <dgm:prSet/>
      <dgm:spPr/>
      <dgm:t>
        <a:bodyPr/>
        <a:lstStyle/>
        <a:p>
          <a:endParaRPr lang="en-US"/>
        </a:p>
      </dgm:t>
    </dgm:pt>
    <dgm:pt modelId="{2154F978-E7E1-405B-AAF5-806BDEF3F61A}" type="sibTrans" cxnId="{E2FED427-8E1A-41CD-AA8F-C0EC7E59E6CF}">
      <dgm:prSet/>
      <dgm:spPr/>
      <dgm:t>
        <a:bodyPr/>
        <a:lstStyle/>
        <a:p>
          <a:endParaRPr lang="en-US"/>
        </a:p>
      </dgm:t>
    </dgm:pt>
    <dgm:pt modelId="{FC2E05F7-E4FE-4755-A7E2-FECBD44F40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Transaction and account management</a:t>
          </a:r>
          <a:endParaRPr lang="en-US"/>
        </a:p>
      </dgm:t>
    </dgm:pt>
    <dgm:pt modelId="{F5BC45C8-A0DA-4BA6-BFDF-808D14D49291}" type="parTrans" cxnId="{0C8AFDD7-DC56-4538-9A14-4B789254EE9D}">
      <dgm:prSet/>
      <dgm:spPr/>
      <dgm:t>
        <a:bodyPr/>
        <a:lstStyle/>
        <a:p>
          <a:endParaRPr lang="en-US"/>
        </a:p>
      </dgm:t>
    </dgm:pt>
    <dgm:pt modelId="{388F73B7-BBAA-4C68-B2DA-F72A6B5A1F5C}" type="sibTrans" cxnId="{0C8AFDD7-DC56-4538-9A14-4B789254EE9D}">
      <dgm:prSet/>
      <dgm:spPr/>
      <dgm:t>
        <a:bodyPr/>
        <a:lstStyle/>
        <a:p>
          <a:endParaRPr lang="en-US"/>
        </a:p>
      </dgm:t>
    </dgm:pt>
    <dgm:pt modelId="{A7A62ACE-F4AF-48CB-B9F6-33410BF607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• Predictive analytics using ML</a:t>
          </a:r>
          <a:endParaRPr lang="en-US" dirty="0"/>
        </a:p>
      </dgm:t>
    </dgm:pt>
    <dgm:pt modelId="{F1F2B69C-2A04-4F73-8A98-29A2A9BCBD8F}" type="parTrans" cxnId="{72ED2E43-6F65-44F4-ABAA-039AB3CE0817}">
      <dgm:prSet/>
      <dgm:spPr/>
      <dgm:t>
        <a:bodyPr/>
        <a:lstStyle/>
        <a:p>
          <a:endParaRPr lang="en-US"/>
        </a:p>
      </dgm:t>
    </dgm:pt>
    <dgm:pt modelId="{272E1F9A-DA24-401E-8C84-C540A8169524}" type="sibTrans" cxnId="{72ED2E43-6F65-44F4-ABAA-039AB3CE0817}">
      <dgm:prSet/>
      <dgm:spPr/>
      <dgm:t>
        <a:bodyPr/>
        <a:lstStyle/>
        <a:p>
          <a:endParaRPr lang="en-US"/>
        </a:p>
      </dgm:t>
    </dgm:pt>
    <dgm:pt modelId="{32F5C05A-519E-4289-A7D5-715C530C39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Admin control panel</a:t>
          </a:r>
          <a:endParaRPr lang="en-US"/>
        </a:p>
      </dgm:t>
    </dgm:pt>
    <dgm:pt modelId="{8B9C0A02-AD9F-4FA4-B746-A4C874F02944}" type="parTrans" cxnId="{F505A691-2878-47A6-B0E5-25C4C1D4C212}">
      <dgm:prSet/>
      <dgm:spPr/>
      <dgm:t>
        <a:bodyPr/>
        <a:lstStyle/>
        <a:p>
          <a:endParaRPr lang="en-US"/>
        </a:p>
      </dgm:t>
    </dgm:pt>
    <dgm:pt modelId="{D1CF965C-5437-4B50-95A4-B99BD57429E3}" type="sibTrans" cxnId="{F505A691-2878-47A6-B0E5-25C4C1D4C212}">
      <dgm:prSet/>
      <dgm:spPr/>
      <dgm:t>
        <a:bodyPr/>
        <a:lstStyle/>
        <a:p>
          <a:endParaRPr lang="en-US"/>
        </a:p>
      </dgm:t>
    </dgm:pt>
    <dgm:pt modelId="{2AAF3AF3-A09D-4BE4-A788-EA1D67A4CCCE}" type="pres">
      <dgm:prSet presAssocID="{757BFA2B-60A5-47E3-BBF4-95773902D2A6}" presName="root" presStyleCnt="0">
        <dgm:presLayoutVars>
          <dgm:dir/>
          <dgm:resizeHandles val="exact"/>
        </dgm:presLayoutVars>
      </dgm:prSet>
      <dgm:spPr/>
    </dgm:pt>
    <dgm:pt modelId="{B9740A31-B5F6-4B27-85EF-A64B01D4AFF4}" type="pres">
      <dgm:prSet presAssocID="{6FF7C367-6285-4A83-834E-9164F7705BE9}" presName="compNode" presStyleCnt="0"/>
      <dgm:spPr/>
    </dgm:pt>
    <dgm:pt modelId="{E3BE62B6-D9B8-4E19-BC0C-93A4C5F41466}" type="pres">
      <dgm:prSet presAssocID="{6FF7C367-6285-4A83-834E-9164F7705BE9}" presName="bgRect" presStyleLbl="bgShp" presStyleIdx="0" presStyleCnt="4"/>
      <dgm:spPr/>
    </dgm:pt>
    <dgm:pt modelId="{4F732B0E-A307-4F0D-B30E-39541E1EB14E}" type="pres">
      <dgm:prSet presAssocID="{6FF7C367-6285-4A83-834E-9164F7705BE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F0A6258-6E21-487F-A220-604BAA1E5292}" type="pres">
      <dgm:prSet presAssocID="{6FF7C367-6285-4A83-834E-9164F7705BE9}" presName="spaceRect" presStyleCnt="0"/>
      <dgm:spPr/>
    </dgm:pt>
    <dgm:pt modelId="{155C3CBC-C753-4AB8-8469-04081153A62B}" type="pres">
      <dgm:prSet presAssocID="{6FF7C367-6285-4A83-834E-9164F7705BE9}" presName="parTx" presStyleLbl="revTx" presStyleIdx="0" presStyleCnt="4">
        <dgm:presLayoutVars>
          <dgm:chMax val="0"/>
          <dgm:chPref val="0"/>
        </dgm:presLayoutVars>
      </dgm:prSet>
      <dgm:spPr/>
    </dgm:pt>
    <dgm:pt modelId="{ED7EAE07-FD24-417E-A343-F4B2104ED9BF}" type="pres">
      <dgm:prSet presAssocID="{2154F978-E7E1-405B-AAF5-806BDEF3F61A}" presName="sibTrans" presStyleCnt="0"/>
      <dgm:spPr/>
    </dgm:pt>
    <dgm:pt modelId="{F8FE1FA7-B41D-47E7-AB0E-F2D7210A0C35}" type="pres">
      <dgm:prSet presAssocID="{FC2E05F7-E4FE-4755-A7E2-FECBD44F40B4}" presName="compNode" presStyleCnt="0"/>
      <dgm:spPr/>
    </dgm:pt>
    <dgm:pt modelId="{BD32341B-48D5-4C1C-86D2-8CD29B41D280}" type="pres">
      <dgm:prSet presAssocID="{FC2E05F7-E4FE-4755-A7E2-FECBD44F40B4}" presName="bgRect" presStyleLbl="bgShp" presStyleIdx="1" presStyleCnt="4"/>
      <dgm:spPr/>
    </dgm:pt>
    <dgm:pt modelId="{AD0055BC-3559-4B48-8C6A-46E68184383B}" type="pres">
      <dgm:prSet presAssocID="{FC2E05F7-E4FE-4755-A7E2-FECBD44F40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A89B2B02-4D4D-451A-B8F3-8011A50DF4F0}" type="pres">
      <dgm:prSet presAssocID="{FC2E05F7-E4FE-4755-A7E2-FECBD44F40B4}" presName="spaceRect" presStyleCnt="0"/>
      <dgm:spPr/>
    </dgm:pt>
    <dgm:pt modelId="{BDCC7171-09E3-49FA-A571-79C927486569}" type="pres">
      <dgm:prSet presAssocID="{FC2E05F7-E4FE-4755-A7E2-FECBD44F40B4}" presName="parTx" presStyleLbl="revTx" presStyleIdx="1" presStyleCnt="4">
        <dgm:presLayoutVars>
          <dgm:chMax val="0"/>
          <dgm:chPref val="0"/>
        </dgm:presLayoutVars>
      </dgm:prSet>
      <dgm:spPr/>
    </dgm:pt>
    <dgm:pt modelId="{34657F4D-C4A4-4BE1-8052-CFA4341F3F43}" type="pres">
      <dgm:prSet presAssocID="{388F73B7-BBAA-4C68-B2DA-F72A6B5A1F5C}" presName="sibTrans" presStyleCnt="0"/>
      <dgm:spPr/>
    </dgm:pt>
    <dgm:pt modelId="{0DFDC196-0458-462F-BE88-6DD399D77F78}" type="pres">
      <dgm:prSet presAssocID="{A7A62ACE-F4AF-48CB-B9F6-33410BF60702}" presName="compNode" presStyleCnt="0"/>
      <dgm:spPr/>
    </dgm:pt>
    <dgm:pt modelId="{30FE54FE-A184-4937-A356-67D552BF2E23}" type="pres">
      <dgm:prSet presAssocID="{A7A62ACE-F4AF-48CB-B9F6-33410BF60702}" presName="bgRect" presStyleLbl="bgShp" presStyleIdx="2" presStyleCnt="4"/>
      <dgm:spPr/>
    </dgm:pt>
    <dgm:pt modelId="{68111141-851F-4C9A-8689-C59FE7442950}" type="pres">
      <dgm:prSet presAssocID="{A7A62ACE-F4AF-48CB-B9F6-33410BF6070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7B80538-902E-4184-8D1A-8B5F33EF1509}" type="pres">
      <dgm:prSet presAssocID="{A7A62ACE-F4AF-48CB-B9F6-33410BF60702}" presName="spaceRect" presStyleCnt="0"/>
      <dgm:spPr/>
    </dgm:pt>
    <dgm:pt modelId="{694FC5AC-A389-4630-8857-AF185F844A46}" type="pres">
      <dgm:prSet presAssocID="{A7A62ACE-F4AF-48CB-B9F6-33410BF60702}" presName="parTx" presStyleLbl="revTx" presStyleIdx="2" presStyleCnt="4">
        <dgm:presLayoutVars>
          <dgm:chMax val="0"/>
          <dgm:chPref val="0"/>
        </dgm:presLayoutVars>
      </dgm:prSet>
      <dgm:spPr/>
    </dgm:pt>
    <dgm:pt modelId="{1E882243-FDE0-4855-ACA5-F7FC25745921}" type="pres">
      <dgm:prSet presAssocID="{272E1F9A-DA24-401E-8C84-C540A8169524}" presName="sibTrans" presStyleCnt="0"/>
      <dgm:spPr/>
    </dgm:pt>
    <dgm:pt modelId="{B8844D93-CDE5-417E-AC34-B4185D216B4A}" type="pres">
      <dgm:prSet presAssocID="{32F5C05A-519E-4289-A7D5-715C530C392F}" presName="compNode" presStyleCnt="0"/>
      <dgm:spPr/>
    </dgm:pt>
    <dgm:pt modelId="{F8D8E47E-15EA-4965-B631-5D89B982EE15}" type="pres">
      <dgm:prSet presAssocID="{32F5C05A-519E-4289-A7D5-715C530C392F}" presName="bgRect" presStyleLbl="bgShp" presStyleIdx="3" presStyleCnt="4"/>
      <dgm:spPr/>
    </dgm:pt>
    <dgm:pt modelId="{0100C547-AB7A-442E-B6E1-CCFD5F4DFBFA}" type="pres">
      <dgm:prSet presAssocID="{32F5C05A-519E-4289-A7D5-715C530C392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B485E29-2417-4DCD-8E94-BDCF90F7F422}" type="pres">
      <dgm:prSet presAssocID="{32F5C05A-519E-4289-A7D5-715C530C392F}" presName="spaceRect" presStyleCnt="0"/>
      <dgm:spPr/>
    </dgm:pt>
    <dgm:pt modelId="{94FB1B54-7FA3-4B05-9182-C68878954D69}" type="pres">
      <dgm:prSet presAssocID="{32F5C05A-519E-4289-A7D5-715C530C392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2FED427-8E1A-41CD-AA8F-C0EC7E59E6CF}" srcId="{757BFA2B-60A5-47E3-BBF4-95773902D2A6}" destId="{6FF7C367-6285-4A83-834E-9164F7705BE9}" srcOrd="0" destOrd="0" parTransId="{A9AAF362-E0B5-4096-A7A8-2A0F3C993C0A}" sibTransId="{2154F978-E7E1-405B-AAF5-806BDEF3F61A}"/>
    <dgm:cxn modelId="{5568C63A-30E4-4799-8BE2-AA7AD2319B0E}" type="presOf" srcId="{A7A62ACE-F4AF-48CB-B9F6-33410BF60702}" destId="{694FC5AC-A389-4630-8857-AF185F844A46}" srcOrd="0" destOrd="0" presId="urn:microsoft.com/office/officeart/2018/2/layout/IconVerticalSolidList"/>
    <dgm:cxn modelId="{72ED2E43-6F65-44F4-ABAA-039AB3CE0817}" srcId="{757BFA2B-60A5-47E3-BBF4-95773902D2A6}" destId="{A7A62ACE-F4AF-48CB-B9F6-33410BF60702}" srcOrd="2" destOrd="0" parTransId="{F1F2B69C-2A04-4F73-8A98-29A2A9BCBD8F}" sibTransId="{272E1F9A-DA24-401E-8C84-C540A8169524}"/>
    <dgm:cxn modelId="{38451265-3083-4628-9726-DCEAA14328F2}" type="presOf" srcId="{757BFA2B-60A5-47E3-BBF4-95773902D2A6}" destId="{2AAF3AF3-A09D-4BE4-A788-EA1D67A4CCCE}" srcOrd="0" destOrd="0" presId="urn:microsoft.com/office/officeart/2018/2/layout/IconVerticalSolidList"/>
    <dgm:cxn modelId="{4053AF67-8BF8-4081-AC42-90EE8F2F8A66}" type="presOf" srcId="{FC2E05F7-E4FE-4755-A7E2-FECBD44F40B4}" destId="{BDCC7171-09E3-49FA-A571-79C927486569}" srcOrd="0" destOrd="0" presId="urn:microsoft.com/office/officeart/2018/2/layout/IconVerticalSolidList"/>
    <dgm:cxn modelId="{79E95691-FA07-438C-9FCA-8E4ED99BF36F}" type="presOf" srcId="{32F5C05A-519E-4289-A7D5-715C530C392F}" destId="{94FB1B54-7FA3-4B05-9182-C68878954D69}" srcOrd="0" destOrd="0" presId="urn:microsoft.com/office/officeart/2018/2/layout/IconVerticalSolidList"/>
    <dgm:cxn modelId="{F505A691-2878-47A6-B0E5-25C4C1D4C212}" srcId="{757BFA2B-60A5-47E3-BBF4-95773902D2A6}" destId="{32F5C05A-519E-4289-A7D5-715C530C392F}" srcOrd="3" destOrd="0" parTransId="{8B9C0A02-AD9F-4FA4-B746-A4C874F02944}" sibTransId="{D1CF965C-5437-4B50-95A4-B99BD57429E3}"/>
    <dgm:cxn modelId="{CCFBDD9F-77D2-465D-920C-214E8C83474B}" type="presOf" srcId="{6FF7C367-6285-4A83-834E-9164F7705BE9}" destId="{155C3CBC-C753-4AB8-8469-04081153A62B}" srcOrd="0" destOrd="0" presId="urn:microsoft.com/office/officeart/2018/2/layout/IconVerticalSolidList"/>
    <dgm:cxn modelId="{0C8AFDD7-DC56-4538-9A14-4B789254EE9D}" srcId="{757BFA2B-60A5-47E3-BBF4-95773902D2A6}" destId="{FC2E05F7-E4FE-4755-A7E2-FECBD44F40B4}" srcOrd="1" destOrd="0" parTransId="{F5BC45C8-A0DA-4BA6-BFDF-808D14D49291}" sibTransId="{388F73B7-BBAA-4C68-B2DA-F72A6B5A1F5C}"/>
    <dgm:cxn modelId="{C718FEE3-B3F1-4AF7-AF9E-FACB1869929D}" type="presParOf" srcId="{2AAF3AF3-A09D-4BE4-A788-EA1D67A4CCCE}" destId="{B9740A31-B5F6-4B27-85EF-A64B01D4AFF4}" srcOrd="0" destOrd="0" presId="urn:microsoft.com/office/officeart/2018/2/layout/IconVerticalSolidList"/>
    <dgm:cxn modelId="{1A4E8559-7EF4-45B3-8229-C6E59D1521E7}" type="presParOf" srcId="{B9740A31-B5F6-4B27-85EF-A64B01D4AFF4}" destId="{E3BE62B6-D9B8-4E19-BC0C-93A4C5F41466}" srcOrd="0" destOrd="0" presId="urn:microsoft.com/office/officeart/2018/2/layout/IconVerticalSolidList"/>
    <dgm:cxn modelId="{20E5D5B5-7011-45B8-89B7-CEAD21A23BC2}" type="presParOf" srcId="{B9740A31-B5F6-4B27-85EF-A64B01D4AFF4}" destId="{4F732B0E-A307-4F0D-B30E-39541E1EB14E}" srcOrd="1" destOrd="0" presId="urn:microsoft.com/office/officeart/2018/2/layout/IconVerticalSolidList"/>
    <dgm:cxn modelId="{0A0E5D74-64D7-4FB5-9A53-2CBAFCFD9417}" type="presParOf" srcId="{B9740A31-B5F6-4B27-85EF-A64B01D4AFF4}" destId="{7F0A6258-6E21-487F-A220-604BAA1E5292}" srcOrd="2" destOrd="0" presId="urn:microsoft.com/office/officeart/2018/2/layout/IconVerticalSolidList"/>
    <dgm:cxn modelId="{A4A639F0-9FAF-45B8-B113-AB1E7A6B1A87}" type="presParOf" srcId="{B9740A31-B5F6-4B27-85EF-A64B01D4AFF4}" destId="{155C3CBC-C753-4AB8-8469-04081153A62B}" srcOrd="3" destOrd="0" presId="urn:microsoft.com/office/officeart/2018/2/layout/IconVerticalSolidList"/>
    <dgm:cxn modelId="{F64BBDB5-522E-4617-A70E-D534212D9745}" type="presParOf" srcId="{2AAF3AF3-A09D-4BE4-A788-EA1D67A4CCCE}" destId="{ED7EAE07-FD24-417E-A343-F4B2104ED9BF}" srcOrd="1" destOrd="0" presId="urn:microsoft.com/office/officeart/2018/2/layout/IconVerticalSolidList"/>
    <dgm:cxn modelId="{BB12094A-E1D3-40D0-8158-6FA340BA30D8}" type="presParOf" srcId="{2AAF3AF3-A09D-4BE4-A788-EA1D67A4CCCE}" destId="{F8FE1FA7-B41D-47E7-AB0E-F2D7210A0C35}" srcOrd="2" destOrd="0" presId="urn:microsoft.com/office/officeart/2018/2/layout/IconVerticalSolidList"/>
    <dgm:cxn modelId="{BB66E1D7-D060-4A46-BEA9-3F28B313F811}" type="presParOf" srcId="{F8FE1FA7-B41D-47E7-AB0E-F2D7210A0C35}" destId="{BD32341B-48D5-4C1C-86D2-8CD29B41D280}" srcOrd="0" destOrd="0" presId="urn:microsoft.com/office/officeart/2018/2/layout/IconVerticalSolidList"/>
    <dgm:cxn modelId="{64E06E8A-2887-43A0-A1A1-B45EBF19DDEC}" type="presParOf" srcId="{F8FE1FA7-B41D-47E7-AB0E-F2D7210A0C35}" destId="{AD0055BC-3559-4B48-8C6A-46E68184383B}" srcOrd="1" destOrd="0" presId="urn:microsoft.com/office/officeart/2018/2/layout/IconVerticalSolidList"/>
    <dgm:cxn modelId="{FA354558-D01B-4EF1-8443-519D7516285A}" type="presParOf" srcId="{F8FE1FA7-B41D-47E7-AB0E-F2D7210A0C35}" destId="{A89B2B02-4D4D-451A-B8F3-8011A50DF4F0}" srcOrd="2" destOrd="0" presId="urn:microsoft.com/office/officeart/2018/2/layout/IconVerticalSolidList"/>
    <dgm:cxn modelId="{A3C88E19-F158-4F01-9559-4702E5D999EF}" type="presParOf" srcId="{F8FE1FA7-B41D-47E7-AB0E-F2D7210A0C35}" destId="{BDCC7171-09E3-49FA-A571-79C927486569}" srcOrd="3" destOrd="0" presId="urn:microsoft.com/office/officeart/2018/2/layout/IconVerticalSolidList"/>
    <dgm:cxn modelId="{B6AC3458-E4E4-4CC9-B983-E8812D44993B}" type="presParOf" srcId="{2AAF3AF3-A09D-4BE4-A788-EA1D67A4CCCE}" destId="{34657F4D-C4A4-4BE1-8052-CFA4341F3F43}" srcOrd="3" destOrd="0" presId="urn:microsoft.com/office/officeart/2018/2/layout/IconVerticalSolidList"/>
    <dgm:cxn modelId="{FF729D06-D19A-46D8-B7AC-02F7F634EC94}" type="presParOf" srcId="{2AAF3AF3-A09D-4BE4-A788-EA1D67A4CCCE}" destId="{0DFDC196-0458-462F-BE88-6DD399D77F78}" srcOrd="4" destOrd="0" presId="urn:microsoft.com/office/officeart/2018/2/layout/IconVerticalSolidList"/>
    <dgm:cxn modelId="{42FD0C3A-4FC3-48F6-86C3-601ACC1688A3}" type="presParOf" srcId="{0DFDC196-0458-462F-BE88-6DD399D77F78}" destId="{30FE54FE-A184-4937-A356-67D552BF2E23}" srcOrd="0" destOrd="0" presId="urn:microsoft.com/office/officeart/2018/2/layout/IconVerticalSolidList"/>
    <dgm:cxn modelId="{BE4B6B22-7515-4865-B93A-CABC7F69F48F}" type="presParOf" srcId="{0DFDC196-0458-462F-BE88-6DD399D77F78}" destId="{68111141-851F-4C9A-8689-C59FE7442950}" srcOrd="1" destOrd="0" presId="urn:microsoft.com/office/officeart/2018/2/layout/IconVerticalSolidList"/>
    <dgm:cxn modelId="{AD37D880-634B-4203-A57F-36C27AD899DA}" type="presParOf" srcId="{0DFDC196-0458-462F-BE88-6DD399D77F78}" destId="{37B80538-902E-4184-8D1A-8B5F33EF1509}" srcOrd="2" destOrd="0" presId="urn:microsoft.com/office/officeart/2018/2/layout/IconVerticalSolidList"/>
    <dgm:cxn modelId="{68162A28-A482-48E7-9A8F-470DDADAB30C}" type="presParOf" srcId="{0DFDC196-0458-462F-BE88-6DD399D77F78}" destId="{694FC5AC-A389-4630-8857-AF185F844A46}" srcOrd="3" destOrd="0" presId="urn:microsoft.com/office/officeart/2018/2/layout/IconVerticalSolidList"/>
    <dgm:cxn modelId="{E31D449B-982C-4C71-A600-D3FE3A41C66A}" type="presParOf" srcId="{2AAF3AF3-A09D-4BE4-A788-EA1D67A4CCCE}" destId="{1E882243-FDE0-4855-ACA5-F7FC25745921}" srcOrd="5" destOrd="0" presId="urn:microsoft.com/office/officeart/2018/2/layout/IconVerticalSolidList"/>
    <dgm:cxn modelId="{397A7623-15A2-4E89-8CE0-59BF3FD87758}" type="presParOf" srcId="{2AAF3AF3-A09D-4BE4-A788-EA1D67A4CCCE}" destId="{B8844D93-CDE5-417E-AC34-B4185D216B4A}" srcOrd="6" destOrd="0" presId="urn:microsoft.com/office/officeart/2018/2/layout/IconVerticalSolidList"/>
    <dgm:cxn modelId="{162FB703-AFDD-4DB0-92D3-86985FA5E504}" type="presParOf" srcId="{B8844D93-CDE5-417E-AC34-B4185D216B4A}" destId="{F8D8E47E-15EA-4965-B631-5D89B982EE15}" srcOrd="0" destOrd="0" presId="urn:microsoft.com/office/officeart/2018/2/layout/IconVerticalSolidList"/>
    <dgm:cxn modelId="{A014B354-9713-4164-B875-F921D0B55C63}" type="presParOf" srcId="{B8844D93-CDE5-417E-AC34-B4185D216B4A}" destId="{0100C547-AB7A-442E-B6E1-CCFD5F4DFBFA}" srcOrd="1" destOrd="0" presId="urn:microsoft.com/office/officeart/2018/2/layout/IconVerticalSolidList"/>
    <dgm:cxn modelId="{EF08D4D3-BBAA-4FA2-8B13-2F14AD9FE061}" type="presParOf" srcId="{B8844D93-CDE5-417E-AC34-B4185D216B4A}" destId="{2B485E29-2417-4DCD-8E94-BDCF90F7F422}" srcOrd="2" destOrd="0" presId="urn:microsoft.com/office/officeart/2018/2/layout/IconVerticalSolidList"/>
    <dgm:cxn modelId="{35216A15-D3CA-4AD7-9CEC-883915393499}" type="presParOf" srcId="{B8844D93-CDE5-417E-AC34-B4185D216B4A}" destId="{94FB1B54-7FA3-4B05-9182-C68878954D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14E512-FE27-464D-B43F-C05C6B1BD90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171F323-FC1C-494D-9456-A0A03C7CE8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Django MVC Framework (Model-View-Controller)</a:t>
          </a:r>
          <a:endParaRPr lang="en-US"/>
        </a:p>
      </dgm:t>
    </dgm:pt>
    <dgm:pt modelId="{5A97E85A-2C5D-4C0C-9C09-75C670380CE1}" type="parTrans" cxnId="{1AB1AC14-8685-4940-A421-7AB788526814}">
      <dgm:prSet/>
      <dgm:spPr/>
      <dgm:t>
        <a:bodyPr/>
        <a:lstStyle/>
        <a:p>
          <a:endParaRPr lang="en-US"/>
        </a:p>
      </dgm:t>
    </dgm:pt>
    <dgm:pt modelId="{367731FE-F2F9-4EA5-AFA5-7677035F9A4D}" type="sibTrans" cxnId="{1AB1AC14-8685-4940-A421-7AB788526814}">
      <dgm:prSet/>
      <dgm:spPr/>
      <dgm:t>
        <a:bodyPr/>
        <a:lstStyle/>
        <a:p>
          <a:endParaRPr lang="en-US"/>
        </a:p>
      </dgm:t>
    </dgm:pt>
    <dgm:pt modelId="{1D651B31-FE1A-42F3-8601-2AEECF6B5D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SQLite for database management</a:t>
          </a:r>
          <a:endParaRPr lang="en-US"/>
        </a:p>
      </dgm:t>
    </dgm:pt>
    <dgm:pt modelId="{0F0A17EA-2EEA-4C14-9435-68FC49C04257}" type="parTrans" cxnId="{992C2990-9AF1-4102-ADDF-BE5DDA4374AE}">
      <dgm:prSet/>
      <dgm:spPr/>
      <dgm:t>
        <a:bodyPr/>
        <a:lstStyle/>
        <a:p>
          <a:endParaRPr lang="en-US"/>
        </a:p>
      </dgm:t>
    </dgm:pt>
    <dgm:pt modelId="{594D31E1-FC20-42A7-86EA-0D0801285BE2}" type="sibTrans" cxnId="{992C2990-9AF1-4102-ADDF-BE5DDA4374AE}">
      <dgm:prSet/>
      <dgm:spPr/>
      <dgm:t>
        <a:bodyPr/>
        <a:lstStyle/>
        <a:p>
          <a:endParaRPr lang="en-US"/>
        </a:p>
      </dgm:t>
    </dgm:pt>
    <dgm:pt modelId="{AC21BE02-D55A-4C59-8E3A-3F866C0A41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Scikit-learn for ML integration</a:t>
          </a:r>
          <a:endParaRPr lang="en-US"/>
        </a:p>
      </dgm:t>
    </dgm:pt>
    <dgm:pt modelId="{0907CC8B-81A7-4C61-9E75-609BF267214F}" type="parTrans" cxnId="{CD2D1CBA-0D82-4579-9FDF-713AFF166D05}">
      <dgm:prSet/>
      <dgm:spPr/>
      <dgm:t>
        <a:bodyPr/>
        <a:lstStyle/>
        <a:p>
          <a:endParaRPr lang="en-US"/>
        </a:p>
      </dgm:t>
    </dgm:pt>
    <dgm:pt modelId="{D1E6B020-4E4F-4357-B86D-D6B9CD943EDC}" type="sibTrans" cxnId="{CD2D1CBA-0D82-4579-9FDF-713AFF166D05}">
      <dgm:prSet/>
      <dgm:spPr/>
      <dgm:t>
        <a:bodyPr/>
        <a:lstStyle/>
        <a:p>
          <a:endParaRPr lang="en-US"/>
        </a:p>
      </dgm:t>
    </dgm:pt>
    <dgm:pt modelId="{C25ABF8F-0A76-4BD3-A04E-5108F332E4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• Template-based frontend with HTML/CSS/JS</a:t>
          </a:r>
          <a:endParaRPr lang="en-US"/>
        </a:p>
      </dgm:t>
    </dgm:pt>
    <dgm:pt modelId="{893549BB-285E-4653-964F-DB8CC5440615}" type="parTrans" cxnId="{DEA92FF2-5A84-4A28-BE9C-FE0EAFA04E4B}">
      <dgm:prSet/>
      <dgm:spPr/>
      <dgm:t>
        <a:bodyPr/>
        <a:lstStyle/>
        <a:p>
          <a:endParaRPr lang="en-US"/>
        </a:p>
      </dgm:t>
    </dgm:pt>
    <dgm:pt modelId="{4CCBE8F1-6605-4D5A-BC60-E323C48A0736}" type="sibTrans" cxnId="{DEA92FF2-5A84-4A28-BE9C-FE0EAFA04E4B}">
      <dgm:prSet/>
      <dgm:spPr/>
      <dgm:t>
        <a:bodyPr/>
        <a:lstStyle/>
        <a:p>
          <a:endParaRPr lang="en-US"/>
        </a:p>
      </dgm:t>
    </dgm:pt>
    <dgm:pt modelId="{DEB2777B-F937-46E2-AD83-767A63E7BEE3}" type="pres">
      <dgm:prSet presAssocID="{3014E512-FE27-464D-B43F-C05C6B1BD905}" presName="root" presStyleCnt="0">
        <dgm:presLayoutVars>
          <dgm:dir/>
          <dgm:resizeHandles val="exact"/>
        </dgm:presLayoutVars>
      </dgm:prSet>
      <dgm:spPr/>
    </dgm:pt>
    <dgm:pt modelId="{73515C7D-EFE8-4975-959D-E8DCB2A0904A}" type="pres">
      <dgm:prSet presAssocID="{8171F323-FC1C-494D-9456-A0A03C7CE8B3}" presName="compNode" presStyleCnt="0"/>
      <dgm:spPr/>
    </dgm:pt>
    <dgm:pt modelId="{D3929698-BBC7-4A2E-A12E-70A9088E6C46}" type="pres">
      <dgm:prSet presAssocID="{8171F323-FC1C-494D-9456-A0A03C7CE8B3}" presName="bgRect" presStyleLbl="bgShp" presStyleIdx="0" presStyleCnt="4"/>
      <dgm:spPr/>
    </dgm:pt>
    <dgm:pt modelId="{3B04AA56-898C-4FEC-A528-CC2C401D36D8}" type="pres">
      <dgm:prSet presAssocID="{8171F323-FC1C-494D-9456-A0A03C7CE8B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71061FD8-D0AE-48B3-9DE6-7DAF5138595F}" type="pres">
      <dgm:prSet presAssocID="{8171F323-FC1C-494D-9456-A0A03C7CE8B3}" presName="spaceRect" presStyleCnt="0"/>
      <dgm:spPr/>
    </dgm:pt>
    <dgm:pt modelId="{2DFD122F-2CCE-444A-A068-8827FD25BCF8}" type="pres">
      <dgm:prSet presAssocID="{8171F323-FC1C-494D-9456-A0A03C7CE8B3}" presName="parTx" presStyleLbl="revTx" presStyleIdx="0" presStyleCnt="4">
        <dgm:presLayoutVars>
          <dgm:chMax val="0"/>
          <dgm:chPref val="0"/>
        </dgm:presLayoutVars>
      </dgm:prSet>
      <dgm:spPr/>
    </dgm:pt>
    <dgm:pt modelId="{D7096C51-EE38-454D-BC34-03868ADD9B6A}" type="pres">
      <dgm:prSet presAssocID="{367731FE-F2F9-4EA5-AFA5-7677035F9A4D}" presName="sibTrans" presStyleCnt="0"/>
      <dgm:spPr/>
    </dgm:pt>
    <dgm:pt modelId="{359F2A1B-085E-4240-B68A-A1303F93748C}" type="pres">
      <dgm:prSet presAssocID="{1D651B31-FE1A-42F3-8601-2AEECF6B5DAA}" presName="compNode" presStyleCnt="0"/>
      <dgm:spPr/>
    </dgm:pt>
    <dgm:pt modelId="{6EE7E724-48EF-455C-8645-F519F5CAE44F}" type="pres">
      <dgm:prSet presAssocID="{1D651B31-FE1A-42F3-8601-2AEECF6B5DAA}" presName="bgRect" presStyleLbl="bgShp" presStyleIdx="1" presStyleCnt="4"/>
      <dgm:spPr/>
    </dgm:pt>
    <dgm:pt modelId="{693B044A-CC42-4AFF-8F2B-52A8B37D260F}" type="pres">
      <dgm:prSet presAssocID="{1D651B31-FE1A-42F3-8601-2AEECF6B5DA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B0E2C1F-E45D-47F3-810F-DF64FE12185E}" type="pres">
      <dgm:prSet presAssocID="{1D651B31-FE1A-42F3-8601-2AEECF6B5DAA}" presName="spaceRect" presStyleCnt="0"/>
      <dgm:spPr/>
    </dgm:pt>
    <dgm:pt modelId="{D3903B2A-9CC1-4815-94EE-7CBA921DFE9B}" type="pres">
      <dgm:prSet presAssocID="{1D651B31-FE1A-42F3-8601-2AEECF6B5DAA}" presName="parTx" presStyleLbl="revTx" presStyleIdx="1" presStyleCnt="4">
        <dgm:presLayoutVars>
          <dgm:chMax val="0"/>
          <dgm:chPref val="0"/>
        </dgm:presLayoutVars>
      </dgm:prSet>
      <dgm:spPr/>
    </dgm:pt>
    <dgm:pt modelId="{AC3F635D-0AFC-443B-B700-95ABD2077662}" type="pres">
      <dgm:prSet presAssocID="{594D31E1-FC20-42A7-86EA-0D0801285BE2}" presName="sibTrans" presStyleCnt="0"/>
      <dgm:spPr/>
    </dgm:pt>
    <dgm:pt modelId="{98808121-341A-4A6B-AF56-ED4259AA8A2C}" type="pres">
      <dgm:prSet presAssocID="{AC21BE02-D55A-4C59-8E3A-3F866C0A41C0}" presName="compNode" presStyleCnt="0"/>
      <dgm:spPr/>
    </dgm:pt>
    <dgm:pt modelId="{CCB19A15-3382-4766-9D71-AA3846665C96}" type="pres">
      <dgm:prSet presAssocID="{AC21BE02-D55A-4C59-8E3A-3F866C0A41C0}" presName="bgRect" presStyleLbl="bgShp" presStyleIdx="2" presStyleCnt="4"/>
      <dgm:spPr/>
    </dgm:pt>
    <dgm:pt modelId="{6429F4AA-F740-43B5-B0BD-056E7EBEADF8}" type="pres">
      <dgm:prSet presAssocID="{AC21BE02-D55A-4C59-8E3A-3F866C0A41C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E2543D8F-4DFA-4A4B-864B-7C1A94883B4F}" type="pres">
      <dgm:prSet presAssocID="{AC21BE02-D55A-4C59-8E3A-3F866C0A41C0}" presName="spaceRect" presStyleCnt="0"/>
      <dgm:spPr/>
    </dgm:pt>
    <dgm:pt modelId="{0A05F6F2-6292-46A0-9E38-7CCC1D178714}" type="pres">
      <dgm:prSet presAssocID="{AC21BE02-D55A-4C59-8E3A-3F866C0A41C0}" presName="parTx" presStyleLbl="revTx" presStyleIdx="2" presStyleCnt="4">
        <dgm:presLayoutVars>
          <dgm:chMax val="0"/>
          <dgm:chPref val="0"/>
        </dgm:presLayoutVars>
      </dgm:prSet>
      <dgm:spPr/>
    </dgm:pt>
    <dgm:pt modelId="{75A14217-CA2E-42F8-BA58-97EDDD7DFC16}" type="pres">
      <dgm:prSet presAssocID="{D1E6B020-4E4F-4357-B86D-D6B9CD943EDC}" presName="sibTrans" presStyleCnt="0"/>
      <dgm:spPr/>
    </dgm:pt>
    <dgm:pt modelId="{40F9A54F-9050-4B34-884C-A65C2D5C4B66}" type="pres">
      <dgm:prSet presAssocID="{C25ABF8F-0A76-4BD3-A04E-5108F332E46F}" presName="compNode" presStyleCnt="0"/>
      <dgm:spPr/>
    </dgm:pt>
    <dgm:pt modelId="{DAEAAB0B-8805-4445-9251-452678E984EC}" type="pres">
      <dgm:prSet presAssocID="{C25ABF8F-0A76-4BD3-A04E-5108F332E46F}" presName="bgRect" presStyleLbl="bgShp" presStyleIdx="3" presStyleCnt="4"/>
      <dgm:spPr/>
    </dgm:pt>
    <dgm:pt modelId="{82807BF6-327E-4365-9BBC-8C4856B703C4}" type="pres">
      <dgm:prSet presAssocID="{C25ABF8F-0A76-4BD3-A04E-5108F332E46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6EF3DD3-6100-4087-8CA3-98FB689F9DCA}" type="pres">
      <dgm:prSet presAssocID="{C25ABF8F-0A76-4BD3-A04E-5108F332E46F}" presName="spaceRect" presStyleCnt="0"/>
      <dgm:spPr/>
    </dgm:pt>
    <dgm:pt modelId="{6FB47EA0-6CED-46BC-9F31-42B4B5C79631}" type="pres">
      <dgm:prSet presAssocID="{C25ABF8F-0A76-4BD3-A04E-5108F332E46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AB1AC14-8685-4940-A421-7AB788526814}" srcId="{3014E512-FE27-464D-B43F-C05C6B1BD905}" destId="{8171F323-FC1C-494D-9456-A0A03C7CE8B3}" srcOrd="0" destOrd="0" parTransId="{5A97E85A-2C5D-4C0C-9C09-75C670380CE1}" sibTransId="{367731FE-F2F9-4EA5-AFA5-7677035F9A4D}"/>
    <dgm:cxn modelId="{014A8839-7AC0-4B09-BA02-C0145A3D9A6D}" type="presOf" srcId="{AC21BE02-D55A-4C59-8E3A-3F866C0A41C0}" destId="{0A05F6F2-6292-46A0-9E38-7CCC1D178714}" srcOrd="0" destOrd="0" presId="urn:microsoft.com/office/officeart/2018/2/layout/IconVerticalSolidList"/>
    <dgm:cxn modelId="{992C2990-9AF1-4102-ADDF-BE5DDA4374AE}" srcId="{3014E512-FE27-464D-B43F-C05C6B1BD905}" destId="{1D651B31-FE1A-42F3-8601-2AEECF6B5DAA}" srcOrd="1" destOrd="0" parTransId="{0F0A17EA-2EEA-4C14-9435-68FC49C04257}" sibTransId="{594D31E1-FC20-42A7-86EA-0D0801285BE2}"/>
    <dgm:cxn modelId="{2C79429F-3C9E-42D9-AC78-54F8E76CE654}" type="presOf" srcId="{C25ABF8F-0A76-4BD3-A04E-5108F332E46F}" destId="{6FB47EA0-6CED-46BC-9F31-42B4B5C79631}" srcOrd="0" destOrd="0" presId="urn:microsoft.com/office/officeart/2018/2/layout/IconVerticalSolidList"/>
    <dgm:cxn modelId="{CD2D1CBA-0D82-4579-9FDF-713AFF166D05}" srcId="{3014E512-FE27-464D-B43F-C05C6B1BD905}" destId="{AC21BE02-D55A-4C59-8E3A-3F866C0A41C0}" srcOrd="2" destOrd="0" parTransId="{0907CC8B-81A7-4C61-9E75-609BF267214F}" sibTransId="{D1E6B020-4E4F-4357-B86D-D6B9CD943EDC}"/>
    <dgm:cxn modelId="{E9F622CB-9040-4AAD-AAE5-A66AD8483376}" type="presOf" srcId="{8171F323-FC1C-494D-9456-A0A03C7CE8B3}" destId="{2DFD122F-2CCE-444A-A068-8827FD25BCF8}" srcOrd="0" destOrd="0" presId="urn:microsoft.com/office/officeart/2018/2/layout/IconVerticalSolidList"/>
    <dgm:cxn modelId="{87D955DA-445E-467E-B1CE-3FA7CA9487A9}" type="presOf" srcId="{1D651B31-FE1A-42F3-8601-2AEECF6B5DAA}" destId="{D3903B2A-9CC1-4815-94EE-7CBA921DFE9B}" srcOrd="0" destOrd="0" presId="urn:microsoft.com/office/officeart/2018/2/layout/IconVerticalSolidList"/>
    <dgm:cxn modelId="{F61AFDEC-4E5F-4E6C-A9BC-B6C8D57AF62E}" type="presOf" srcId="{3014E512-FE27-464D-B43F-C05C6B1BD905}" destId="{DEB2777B-F937-46E2-AD83-767A63E7BEE3}" srcOrd="0" destOrd="0" presId="urn:microsoft.com/office/officeart/2018/2/layout/IconVerticalSolidList"/>
    <dgm:cxn modelId="{DEA92FF2-5A84-4A28-BE9C-FE0EAFA04E4B}" srcId="{3014E512-FE27-464D-B43F-C05C6B1BD905}" destId="{C25ABF8F-0A76-4BD3-A04E-5108F332E46F}" srcOrd="3" destOrd="0" parTransId="{893549BB-285E-4653-964F-DB8CC5440615}" sibTransId="{4CCBE8F1-6605-4D5A-BC60-E323C48A0736}"/>
    <dgm:cxn modelId="{5872D748-5866-4012-813B-E446FF82C613}" type="presParOf" srcId="{DEB2777B-F937-46E2-AD83-767A63E7BEE3}" destId="{73515C7D-EFE8-4975-959D-E8DCB2A0904A}" srcOrd="0" destOrd="0" presId="urn:microsoft.com/office/officeart/2018/2/layout/IconVerticalSolidList"/>
    <dgm:cxn modelId="{A7766CD5-ED3A-483B-A352-F0CFDC517AF3}" type="presParOf" srcId="{73515C7D-EFE8-4975-959D-E8DCB2A0904A}" destId="{D3929698-BBC7-4A2E-A12E-70A9088E6C46}" srcOrd="0" destOrd="0" presId="urn:microsoft.com/office/officeart/2018/2/layout/IconVerticalSolidList"/>
    <dgm:cxn modelId="{3453131A-BC90-4856-BC5E-8CA897A57698}" type="presParOf" srcId="{73515C7D-EFE8-4975-959D-E8DCB2A0904A}" destId="{3B04AA56-898C-4FEC-A528-CC2C401D36D8}" srcOrd="1" destOrd="0" presId="urn:microsoft.com/office/officeart/2018/2/layout/IconVerticalSolidList"/>
    <dgm:cxn modelId="{B5495EF8-2A09-446A-9B48-B7FCEF1A3C56}" type="presParOf" srcId="{73515C7D-EFE8-4975-959D-E8DCB2A0904A}" destId="{71061FD8-D0AE-48B3-9DE6-7DAF5138595F}" srcOrd="2" destOrd="0" presId="urn:microsoft.com/office/officeart/2018/2/layout/IconVerticalSolidList"/>
    <dgm:cxn modelId="{77BB8577-708B-4713-B051-0D902F7D180F}" type="presParOf" srcId="{73515C7D-EFE8-4975-959D-E8DCB2A0904A}" destId="{2DFD122F-2CCE-444A-A068-8827FD25BCF8}" srcOrd="3" destOrd="0" presId="urn:microsoft.com/office/officeart/2018/2/layout/IconVerticalSolidList"/>
    <dgm:cxn modelId="{0AA733D3-17C2-4397-AC25-28C1E690FD5A}" type="presParOf" srcId="{DEB2777B-F937-46E2-AD83-767A63E7BEE3}" destId="{D7096C51-EE38-454D-BC34-03868ADD9B6A}" srcOrd="1" destOrd="0" presId="urn:microsoft.com/office/officeart/2018/2/layout/IconVerticalSolidList"/>
    <dgm:cxn modelId="{98186B06-9B97-485B-8A26-8D9875A30F90}" type="presParOf" srcId="{DEB2777B-F937-46E2-AD83-767A63E7BEE3}" destId="{359F2A1B-085E-4240-B68A-A1303F93748C}" srcOrd="2" destOrd="0" presId="urn:microsoft.com/office/officeart/2018/2/layout/IconVerticalSolidList"/>
    <dgm:cxn modelId="{F717FEA0-0841-4AEA-B954-1489BCA4323D}" type="presParOf" srcId="{359F2A1B-085E-4240-B68A-A1303F93748C}" destId="{6EE7E724-48EF-455C-8645-F519F5CAE44F}" srcOrd="0" destOrd="0" presId="urn:microsoft.com/office/officeart/2018/2/layout/IconVerticalSolidList"/>
    <dgm:cxn modelId="{EAD8D55C-4F87-47D5-90A0-FDCCE6E2E83B}" type="presParOf" srcId="{359F2A1B-085E-4240-B68A-A1303F93748C}" destId="{693B044A-CC42-4AFF-8F2B-52A8B37D260F}" srcOrd="1" destOrd="0" presId="urn:microsoft.com/office/officeart/2018/2/layout/IconVerticalSolidList"/>
    <dgm:cxn modelId="{614F01AB-6436-4EDB-8558-1AA96AA12337}" type="presParOf" srcId="{359F2A1B-085E-4240-B68A-A1303F93748C}" destId="{3B0E2C1F-E45D-47F3-810F-DF64FE12185E}" srcOrd="2" destOrd="0" presId="urn:microsoft.com/office/officeart/2018/2/layout/IconVerticalSolidList"/>
    <dgm:cxn modelId="{521F4CF6-6120-4394-B765-8C36FDFF4BC7}" type="presParOf" srcId="{359F2A1B-085E-4240-B68A-A1303F93748C}" destId="{D3903B2A-9CC1-4815-94EE-7CBA921DFE9B}" srcOrd="3" destOrd="0" presId="urn:microsoft.com/office/officeart/2018/2/layout/IconVerticalSolidList"/>
    <dgm:cxn modelId="{75D5C54C-4428-4CE9-AB01-9BB61F828000}" type="presParOf" srcId="{DEB2777B-F937-46E2-AD83-767A63E7BEE3}" destId="{AC3F635D-0AFC-443B-B700-95ABD2077662}" srcOrd="3" destOrd="0" presId="urn:microsoft.com/office/officeart/2018/2/layout/IconVerticalSolidList"/>
    <dgm:cxn modelId="{AA73AC82-BFB2-4038-8303-0299BEBBA3B8}" type="presParOf" srcId="{DEB2777B-F937-46E2-AD83-767A63E7BEE3}" destId="{98808121-341A-4A6B-AF56-ED4259AA8A2C}" srcOrd="4" destOrd="0" presId="urn:microsoft.com/office/officeart/2018/2/layout/IconVerticalSolidList"/>
    <dgm:cxn modelId="{3456FC87-FF4C-4DC3-9F88-2C7E21C9A667}" type="presParOf" srcId="{98808121-341A-4A6B-AF56-ED4259AA8A2C}" destId="{CCB19A15-3382-4766-9D71-AA3846665C96}" srcOrd="0" destOrd="0" presId="urn:microsoft.com/office/officeart/2018/2/layout/IconVerticalSolidList"/>
    <dgm:cxn modelId="{78D5E8EC-F4DA-4F8B-8F51-E584C9C1F6CA}" type="presParOf" srcId="{98808121-341A-4A6B-AF56-ED4259AA8A2C}" destId="{6429F4AA-F740-43B5-B0BD-056E7EBEADF8}" srcOrd="1" destOrd="0" presId="urn:microsoft.com/office/officeart/2018/2/layout/IconVerticalSolidList"/>
    <dgm:cxn modelId="{E332F85E-B291-437F-A280-C438417A5845}" type="presParOf" srcId="{98808121-341A-4A6B-AF56-ED4259AA8A2C}" destId="{E2543D8F-4DFA-4A4B-864B-7C1A94883B4F}" srcOrd="2" destOrd="0" presId="urn:microsoft.com/office/officeart/2018/2/layout/IconVerticalSolidList"/>
    <dgm:cxn modelId="{3DE41E7B-C5CF-43B7-AE8E-32C922018D07}" type="presParOf" srcId="{98808121-341A-4A6B-AF56-ED4259AA8A2C}" destId="{0A05F6F2-6292-46A0-9E38-7CCC1D178714}" srcOrd="3" destOrd="0" presId="urn:microsoft.com/office/officeart/2018/2/layout/IconVerticalSolidList"/>
    <dgm:cxn modelId="{B6A1FE41-4CF3-4643-BC04-A55C78C8701D}" type="presParOf" srcId="{DEB2777B-F937-46E2-AD83-767A63E7BEE3}" destId="{75A14217-CA2E-42F8-BA58-97EDDD7DFC16}" srcOrd="5" destOrd="0" presId="urn:microsoft.com/office/officeart/2018/2/layout/IconVerticalSolidList"/>
    <dgm:cxn modelId="{3F985F20-D133-4EA9-9D77-ACCC86E7FA87}" type="presParOf" srcId="{DEB2777B-F937-46E2-AD83-767A63E7BEE3}" destId="{40F9A54F-9050-4B34-884C-A65C2D5C4B66}" srcOrd="6" destOrd="0" presId="urn:microsoft.com/office/officeart/2018/2/layout/IconVerticalSolidList"/>
    <dgm:cxn modelId="{87E63127-7525-4936-9DE7-C0E14266DEF7}" type="presParOf" srcId="{40F9A54F-9050-4B34-884C-A65C2D5C4B66}" destId="{DAEAAB0B-8805-4445-9251-452678E984EC}" srcOrd="0" destOrd="0" presId="urn:microsoft.com/office/officeart/2018/2/layout/IconVerticalSolidList"/>
    <dgm:cxn modelId="{9F494521-2356-4AF6-932C-773C3EEB60F7}" type="presParOf" srcId="{40F9A54F-9050-4B34-884C-A65C2D5C4B66}" destId="{82807BF6-327E-4365-9BBC-8C4856B703C4}" srcOrd="1" destOrd="0" presId="urn:microsoft.com/office/officeart/2018/2/layout/IconVerticalSolidList"/>
    <dgm:cxn modelId="{44E37371-EA7E-470B-92C2-92449ED7A922}" type="presParOf" srcId="{40F9A54F-9050-4B34-884C-A65C2D5C4B66}" destId="{26EF3DD3-6100-4087-8CA3-98FB689F9DCA}" srcOrd="2" destOrd="0" presId="urn:microsoft.com/office/officeart/2018/2/layout/IconVerticalSolidList"/>
    <dgm:cxn modelId="{A28D7408-960D-4A83-AA3D-4B15A58C74D9}" type="presParOf" srcId="{40F9A54F-9050-4B34-884C-A65C2D5C4B66}" destId="{6FB47EA0-6CED-46BC-9F31-42B4B5C796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0DA7D8-5FAF-45DA-8C36-D35AA164E22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486DC1E-D34C-4F37-8077-E47E69AC82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🔐 Password hashing (Django auth)</a:t>
          </a:r>
        </a:p>
      </dgm:t>
    </dgm:pt>
    <dgm:pt modelId="{65E28EA3-5F2B-45D2-8B53-796C2B6A644D}" type="parTrans" cxnId="{CA28B671-C8D2-49B9-9BDA-75F0EFB3E77A}">
      <dgm:prSet/>
      <dgm:spPr/>
      <dgm:t>
        <a:bodyPr/>
        <a:lstStyle/>
        <a:p>
          <a:endParaRPr lang="en-US"/>
        </a:p>
      </dgm:t>
    </dgm:pt>
    <dgm:pt modelId="{20562481-CDDE-43F4-BF15-28913018D2DA}" type="sibTrans" cxnId="{CA28B671-C8D2-49B9-9BDA-75F0EFB3E77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E6582A5-2D34-48DF-A01E-3ED882F56A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🔐 Input validation &amp; CSRF protection</a:t>
          </a:r>
        </a:p>
      </dgm:t>
    </dgm:pt>
    <dgm:pt modelId="{FCDA0DA6-4B4F-45BC-95C4-7391026E1C70}" type="parTrans" cxnId="{A8243851-EAFE-4BC0-A893-BDB5F033A254}">
      <dgm:prSet/>
      <dgm:spPr/>
      <dgm:t>
        <a:bodyPr/>
        <a:lstStyle/>
        <a:p>
          <a:endParaRPr lang="en-US"/>
        </a:p>
      </dgm:t>
    </dgm:pt>
    <dgm:pt modelId="{D015B851-5EEE-4D7C-B5A2-08E8F295E44B}" type="sibTrans" cxnId="{A8243851-EAFE-4BC0-A893-BDB5F033A25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3C53A1-10F5-4895-9FBF-474536C82C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🔐 Session management</a:t>
          </a:r>
        </a:p>
      </dgm:t>
    </dgm:pt>
    <dgm:pt modelId="{C2D3FCE9-226E-45CA-9150-E36F2ACD5EB4}" type="parTrans" cxnId="{BA1EA6D3-D070-44BF-AA0A-1D2FF63BA2B9}">
      <dgm:prSet/>
      <dgm:spPr/>
      <dgm:t>
        <a:bodyPr/>
        <a:lstStyle/>
        <a:p>
          <a:endParaRPr lang="en-US"/>
        </a:p>
      </dgm:t>
    </dgm:pt>
    <dgm:pt modelId="{09F9AF12-B041-411B-A3BB-58A7B1B44513}" type="sibTrans" cxnId="{BA1EA6D3-D070-44BF-AA0A-1D2FF63BA2B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E66747-9FCE-4C78-993E-4FC62ACD77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🔐 Admin authentication for control</a:t>
          </a:r>
        </a:p>
      </dgm:t>
    </dgm:pt>
    <dgm:pt modelId="{E20E5F26-4E80-463E-8E8D-C90BF9F1C86B}" type="parTrans" cxnId="{03CAEFB1-CC58-42B8-A175-109B8AFF3BEB}">
      <dgm:prSet/>
      <dgm:spPr/>
      <dgm:t>
        <a:bodyPr/>
        <a:lstStyle/>
        <a:p>
          <a:endParaRPr lang="en-US"/>
        </a:p>
      </dgm:t>
    </dgm:pt>
    <dgm:pt modelId="{D55BBF01-1846-4435-A880-DD4EB9E707C7}" type="sibTrans" cxnId="{03CAEFB1-CC58-42B8-A175-109B8AFF3BEB}">
      <dgm:prSet/>
      <dgm:spPr/>
      <dgm:t>
        <a:bodyPr/>
        <a:lstStyle/>
        <a:p>
          <a:endParaRPr lang="en-US"/>
        </a:p>
      </dgm:t>
    </dgm:pt>
    <dgm:pt modelId="{67B05851-100A-432F-8E58-54E1C4FEA183}" type="pres">
      <dgm:prSet presAssocID="{460DA7D8-5FAF-45DA-8C36-D35AA164E22E}" presName="root" presStyleCnt="0">
        <dgm:presLayoutVars>
          <dgm:dir/>
          <dgm:resizeHandles val="exact"/>
        </dgm:presLayoutVars>
      </dgm:prSet>
      <dgm:spPr/>
    </dgm:pt>
    <dgm:pt modelId="{F6F7BCAB-69F1-486B-9C24-A14110F4C97F}" type="pres">
      <dgm:prSet presAssocID="{460DA7D8-5FAF-45DA-8C36-D35AA164E22E}" presName="container" presStyleCnt="0">
        <dgm:presLayoutVars>
          <dgm:dir/>
          <dgm:resizeHandles val="exact"/>
        </dgm:presLayoutVars>
      </dgm:prSet>
      <dgm:spPr/>
    </dgm:pt>
    <dgm:pt modelId="{F02051F7-1A48-4DEF-B389-7A6E3FEDF5BC}" type="pres">
      <dgm:prSet presAssocID="{D486DC1E-D34C-4F37-8077-E47E69AC8235}" presName="compNode" presStyleCnt="0"/>
      <dgm:spPr/>
    </dgm:pt>
    <dgm:pt modelId="{F03ED0B6-93BA-46F9-8B0F-763BE359D3AF}" type="pres">
      <dgm:prSet presAssocID="{D486DC1E-D34C-4F37-8077-E47E69AC8235}" presName="iconBgRect" presStyleLbl="bgShp" presStyleIdx="0" presStyleCnt="4"/>
      <dgm:spPr/>
    </dgm:pt>
    <dgm:pt modelId="{CFE29F4F-F68C-4170-8520-955247C4D5FC}" type="pres">
      <dgm:prSet presAssocID="{D486DC1E-D34C-4F37-8077-E47E69AC82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J"/>
        </a:ext>
      </dgm:extLst>
    </dgm:pt>
    <dgm:pt modelId="{A9030DD7-4C35-4452-A025-FC460BD73FCA}" type="pres">
      <dgm:prSet presAssocID="{D486DC1E-D34C-4F37-8077-E47E69AC8235}" presName="spaceRect" presStyleCnt="0"/>
      <dgm:spPr/>
    </dgm:pt>
    <dgm:pt modelId="{3A7317AB-02A9-40C0-92B4-663C24007A7E}" type="pres">
      <dgm:prSet presAssocID="{D486DC1E-D34C-4F37-8077-E47E69AC8235}" presName="textRect" presStyleLbl="revTx" presStyleIdx="0" presStyleCnt="4">
        <dgm:presLayoutVars>
          <dgm:chMax val="1"/>
          <dgm:chPref val="1"/>
        </dgm:presLayoutVars>
      </dgm:prSet>
      <dgm:spPr/>
    </dgm:pt>
    <dgm:pt modelId="{FEAF0A71-C089-465B-8C80-1C671F9EEABB}" type="pres">
      <dgm:prSet presAssocID="{20562481-CDDE-43F4-BF15-28913018D2DA}" presName="sibTrans" presStyleLbl="sibTrans2D1" presStyleIdx="0" presStyleCnt="0"/>
      <dgm:spPr/>
    </dgm:pt>
    <dgm:pt modelId="{7BCE0E73-BA52-486D-9E6F-A2B9ED5502C3}" type="pres">
      <dgm:prSet presAssocID="{DE6582A5-2D34-48DF-A01E-3ED882F56A4F}" presName="compNode" presStyleCnt="0"/>
      <dgm:spPr/>
    </dgm:pt>
    <dgm:pt modelId="{61123371-2535-4AF5-A920-DA48E21905D8}" type="pres">
      <dgm:prSet presAssocID="{DE6582A5-2D34-48DF-A01E-3ED882F56A4F}" presName="iconBgRect" presStyleLbl="bgShp" presStyleIdx="1" presStyleCnt="4"/>
      <dgm:spPr/>
    </dgm:pt>
    <dgm:pt modelId="{33D2230D-F3EF-43AF-BB8B-E86D1A13F84C}" type="pres">
      <dgm:prSet presAssocID="{DE6582A5-2D34-48DF-A01E-3ED882F56A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CEBF382-C45C-42E5-BA6B-29F7932BCBB5}" type="pres">
      <dgm:prSet presAssocID="{DE6582A5-2D34-48DF-A01E-3ED882F56A4F}" presName="spaceRect" presStyleCnt="0"/>
      <dgm:spPr/>
    </dgm:pt>
    <dgm:pt modelId="{98599770-CD43-4E1B-B367-18A307F7F7DB}" type="pres">
      <dgm:prSet presAssocID="{DE6582A5-2D34-48DF-A01E-3ED882F56A4F}" presName="textRect" presStyleLbl="revTx" presStyleIdx="1" presStyleCnt="4">
        <dgm:presLayoutVars>
          <dgm:chMax val="1"/>
          <dgm:chPref val="1"/>
        </dgm:presLayoutVars>
      </dgm:prSet>
      <dgm:spPr/>
    </dgm:pt>
    <dgm:pt modelId="{8844FA6E-C8E1-4076-B905-B160C3D6B2A1}" type="pres">
      <dgm:prSet presAssocID="{D015B851-5EEE-4D7C-B5A2-08E8F295E44B}" presName="sibTrans" presStyleLbl="sibTrans2D1" presStyleIdx="0" presStyleCnt="0"/>
      <dgm:spPr/>
    </dgm:pt>
    <dgm:pt modelId="{08112B2F-B6A8-4593-834D-350E4207B14E}" type="pres">
      <dgm:prSet presAssocID="{3E3C53A1-10F5-4895-9FBF-474536C82C1E}" presName="compNode" presStyleCnt="0"/>
      <dgm:spPr/>
    </dgm:pt>
    <dgm:pt modelId="{C5FA3CF0-71FF-4663-BDB5-96519F513F09}" type="pres">
      <dgm:prSet presAssocID="{3E3C53A1-10F5-4895-9FBF-474536C82C1E}" presName="iconBgRect" presStyleLbl="bgShp" presStyleIdx="2" presStyleCnt="4"/>
      <dgm:spPr/>
    </dgm:pt>
    <dgm:pt modelId="{63D4B69A-C350-4784-B560-DCB8F45CCD1C}" type="pres">
      <dgm:prSet presAssocID="{3E3C53A1-10F5-4895-9FBF-474536C82C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F1A641D1-F3C7-43BD-9A4D-B793E7E434BA}" type="pres">
      <dgm:prSet presAssocID="{3E3C53A1-10F5-4895-9FBF-474536C82C1E}" presName="spaceRect" presStyleCnt="0"/>
      <dgm:spPr/>
    </dgm:pt>
    <dgm:pt modelId="{E9D44BEF-814D-41A8-8229-FBB902D8A9BA}" type="pres">
      <dgm:prSet presAssocID="{3E3C53A1-10F5-4895-9FBF-474536C82C1E}" presName="textRect" presStyleLbl="revTx" presStyleIdx="2" presStyleCnt="4">
        <dgm:presLayoutVars>
          <dgm:chMax val="1"/>
          <dgm:chPref val="1"/>
        </dgm:presLayoutVars>
      </dgm:prSet>
      <dgm:spPr/>
    </dgm:pt>
    <dgm:pt modelId="{565E1ED0-015D-4A17-9CD2-29FB0C9CF160}" type="pres">
      <dgm:prSet presAssocID="{09F9AF12-B041-411B-A3BB-58A7B1B44513}" presName="sibTrans" presStyleLbl="sibTrans2D1" presStyleIdx="0" presStyleCnt="0"/>
      <dgm:spPr/>
    </dgm:pt>
    <dgm:pt modelId="{4F949AA3-C953-4145-8FF6-480CB4ED72EC}" type="pres">
      <dgm:prSet presAssocID="{A5E66747-9FCE-4C78-993E-4FC62ACD7761}" presName="compNode" presStyleCnt="0"/>
      <dgm:spPr/>
    </dgm:pt>
    <dgm:pt modelId="{37D9DA98-8D44-4CD8-AB0D-C5F176B90DD9}" type="pres">
      <dgm:prSet presAssocID="{A5E66747-9FCE-4C78-993E-4FC62ACD7761}" presName="iconBgRect" presStyleLbl="bgShp" presStyleIdx="3" presStyleCnt="4"/>
      <dgm:spPr/>
    </dgm:pt>
    <dgm:pt modelId="{2C0F36F7-45C1-4443-A6FF-1126449FB7C6}" type="pres">
      <dgm:prSet presAssocID="{A5E66747-9FCE-4C78-993E-4FC62ACD77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12F50EC-CF6D-44AC-A775-E330DAD87DC5}" type="pres">
      <dgm:prSet presAssocID="{A5E66747-9FCE-4C78-993E-4FC62ACD7761}" presName="spaceRect" presStyleCnt="0"/>
      <dgm:spPr/>
    </dgm:pt>
    <dgm:pt modelId="{CB2209E6-9744-42BF-A237-6352DC88AE66}" type="pres">
      <dgm:prSet presAssocID="{A5E66747-9FCE-4C78-993E-4FC62ACD77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12FBF04-8A07-487B-82BD-42666B543B25}" type="presOf" srcId="{A5E66747-9FCE-4C78-993E-4FC62ACD7761}" destId="{CB2209E6-9744-42BF-A237-6352DC88AE66}" srcOrd="0" destOrd="0" presId="urn:microsoft.com/office/officeart/2018/2/layout/IconCircleList"/>
    <dgm:cxn modelId="{44508F14-61BC-46B9-9A4B-6975AEFF8899}" type="presOf" srcId="{460DA7D8-5FAF-45DA-8C36-D35AA164E22E}" destId="{67B05851-100A-432F-8E58-54E1C4FEA183}" srcOrd="0" destOrd="0" presId="urn:microsoft.com/office/officeart/2018/2/layout/IconCircleList"/>
    <dgm:cxn modelId="{E63DA32F-0E9A-4DFB-BE04-56D42089D89B}" type="presOf" srcId="{DE6582A5-2D34-48DF-A01E-3ED882F56A4F}" destId="{98599770-CD43-4E1B-B367-18A307F7F7DB}" srcOrd="0" destOrd="0" presId="urn:microsoft.com/office/officeart/2018/2/layout/IconCircleList"/>
    <dgm:cxn modelId="{4A966E35-3EF8-431B-9730-9BDF131D0FF7}" type="presOf" srcId="{D015B851-5EEE-4D7C-B5A2-08E8F295E44B}" destId="{8844FA6E-C8E1-4076-B905-B160C3D6B2A1}" srcOrd="0" destOrd="0" presId="urn:microsoft.com/office/officeart/2018/2/layout/IconCircleList"/>
    <dgm:cxn modelId="{BF7D9769-E8FC-43F6-9417-7267E9DF51FD}" type="presOf" srcId="{D486DC1E-D34C-4F37-8077-E47E69AC8235}" destId="{3A7317AB-02A9-40C0-92B4-663C24007A7E}" srcOrd="0" destOrd="0" presId="urn:microsoft.com/office/officeart/2018/2/layout/IconCircleList"/>
    <dgm:cxn modelId="{A8243851-EAFE-4BC0-A893-BDB5F033A254}" srcId="{460DA7D8-5FAF-45DA-8C36-D35AA164E22E}" destId="{DE6582A5-2D34-48DF-A01E-3ED882F56A4F}" srcOrd="1" destOrd="0" parTransId="{FCDA0DA6-4B4F-45BC-95C4-7391026E1C70}" sibTransId="{D015B851-5EEE-4D7C-B5A2-08E8F295E44B}"/>
    <dgm:cxn modelId="{CA28B671-C8D2-49B9-9BDA-75F0EFB3E77A}" srcId="{460DA7D8-5FAF-45DA-8C36-D35AA164E22E}" destId="{D486DC1E-D34C-4F37-8077-E47E69AC8235}" srcOrd="0" destOrd="0" parTransId="{65E28EA3-5F2B-45D2-8B53-796C2B6A644D}" sibTransId="{20562481-CDDE-43F4-BF15-28913018D2DA}"/>
    <dgm:cxn modelId="{E0228A54-0550-4826-9ED0-DEE8BA7C4CE3}" type="presOf" srcId="{20562481-CDDE-43F4-BF15-28913018D2DA}" destId="{FEAF0A71-C089-465B-8C80-1C671F9EEABB}" srcOrd="0" destOrd="0" presId="urn:microsoft.com/office/officeart/2018/2/layout/IconCircleList"/>
    <dgm:cxn modelId="{03CAEFB1-CC58-42B8-A175-109B8AFF3BEB}" srcId="{460DA7D8-5FAF-45DA-8C36-D35AA164E22E}" destId="{A5E66747-9FCE-4C78-993E-4FC62ACD7761}" srcOrd="3" destOrd="0" parTransId="{E20E5F26-4E80-463E-8E8D-C90BF9F1C86B}" sibTransId="{D55BBF01-1846-4435-A880-DD4EB9E707C7}"/>
    <dgm:cxn modelId="{605FF7BD-2807-4D6F-B85B-2B76796F1582}" type="presOf" srcId="{3E3C53A1-10F5-4895-9FBF-474536C82C1E}" destId="{E9D44BEF-814D-41A8-8229-FBB902D8A9BA}" srcOrd="0" destOrd="0" presId="urn:microsoft.com/office/officeart/2018/2/layout/IconCircleList"/>
    <dgm:cxn modelId="{DFE080D3-CFF4-4A77-B424-A02714E18405}" type="presOf" srcId="{09F9AF12-B041-411B-A3BB-58A7B1B44513}" destId="{565E1ED0-015D-4A17-9CD2-29FB0C9CF160}" srcOrd="0" destOrd="0" presId="urn:microsoft.com/office/officeart/2018/2/layout/IconCircleList"/>
    <dgm:cxn modelId="{BA1EA6D3-D070-44BF-AA0A-1D2FF63BA2B9}" srcId="{460DA7D8-5FAF-45DA-8C36-D35AA164E22E}" destId="{3E3C53A1-10F5-4895-9FBF-474536C82C1E}" srcOrd="2" destOrd="0" parTransId="{C2D3FCE9-226E-45CA-9150-E36F2ACD5EB4}" sibTransId="{09F9AF12-B041-411B-A3BB-58A7B1B44513}"/>
    <dgm:cxn modelId="{991ACE9C-E1D8-4042-8657-0E10456BCC2E}" type="presParOf" srcId="{67B05851-100A-432F-8E58-54E1C4FEA183}" destId="{F6F7BCAB-69F1-486B-9C24-A14110F4C97F}" srcOrd="0" destOrd="0" presId="urn:microsoft.com/office/officeart/2018/2/layout/IconCircleList"/>
    <dgm:cxn modelId="{033F54F6-2D4C-4192-BBEC-E54CE6B38FCE}" type="presParOf" srcId="{F6F7BCAB-69F1-486B-9C24-A14110F4C97F}" destId="{F02051F7-1A48-4DEF-B389-7A6E3FEDF5BC}" srcOrd="0" destOrd="0" presId="urn:microsoft.com/office/officeart/2018/2/layout/IconCircleList"/>
    <dgm:cxn modelId="{F087C270-7F53-4B97-826E-97DD6EBE599B}" type="presParOf" srcId="{F02051F7-1A48-4DEF-B389-7A6E3FEDF5BC}" destId="{F03ED0B6-93BA-46F9-8B0F-763BE359D3AF}" srcOrd="0" destOrd="0" presId="urn:microsoft.com/office/officeart/2018/2/layout/IconCircleList"/>
    <dgm:cxn modelId="{A576D22F-86E6-4992-801C-EF7DF119F3AA}" type="presParOf" srcId="{F02051F7-1A48-4DEF-B389-7A6E3FEDF5BC}" destId="{CFE29F4F-F68C-4170-8520-955247C4D5FC}" srcOrd="1" destOrd="0" presId="urn:microsoft.com/office/officeart/2018/2/layout/IconCircleList"/>
    <dgm:cxn modelId="{38B28DC1-FE6A-4F32-87C5-C5F650042827}" type="presParOf" srcId="{F02051F7-1A48-4DEF-B389-7A6E3FEDF5BC}" destId="{A9030DD7-4C35-4452-A025-FC460BD73FCA}" srcOrd="2" destOrd="0" presId="urn:microsoft.com/office/officeart/2018/2/layout/IconCircleList"/>
    <dgm:cxn modelId="{F5B2A8A3-AF34-469A-A9D8-BB45961DB861}" type="presParOf" srcId="{F02051F7-1A48-4DEF-B389-7A6E3FEDF5BC}" destId="{3A7317AB-02A9-40C0-92B4-663C24007A7E}" srcOrd="3" destOrd="0" presId="urn:microsoft.com/office/officeart/2018/2/layout/IconCircleList"/>
    <dgm:cxn modelId="{056ABC23-6572-4A07-BE67-28A1446071A8}" type="presParOf" srcId="{F6F7BCAB-69F1-486B-9C24-A14110F4C97F}" destId="{FEAF0A71-C089-465B-8C80-1C671F9EEABB}" srcOrd="1" destOrd="0" presId="urn:microsoft.com/office/officeart/2018/2/layout/IconCircleList"/>
    <dgm:cxn modelId="{7C7F63A5-8CEB-4236-BFCC-1FD806663A37}" type="presParOf" srcId="{F6F7BCAB-69F1-486B-9C24-A14110F4C97F}" destId="{7BCE0E73-BA52-486D-9E6F-A2B9ED5502C3}" srcOrd="2" destOrd="0" presId="urn:microsoft.com/office/officeart/2018/2/layout/IconCircleList"/>
    <dgm:cxn modelId="{22E80ACC-A666-456C-BF8F-1F89F75CC6F9}" type="presParOf" srcId="{7BCE0E73-BA52-486D-9E6F-A2B9ED5502C3}" destId="{61123371-2535-4AF5-A920-DA48E21905D8}" srcOrd="0" destOrd="0" presId="urn:microsoft.com/office/officeart/2018/2/layout/IconCircleList"/>
    <dgm:cxn modelId="{CE955D3D-553D-44EE-9D5B-D6D2B1054E9C}" type="presParOf" srcId="{7BCE0E73-BA52-486D-9E6F-A2B9ED5502C3}" destId="{33D2230D-F3EF-43AF-BB8B-E86D1A13F84C}" srcOrd="1" destOrd="0" presId="urn:microsoft.com/office/officeart/2018/2/layout/IconCircleList"/>
    <dgm:cxn modelId="{7FD22324-3433-499C-B93F-B82662EC0A6C}" type="presParOf" srcId="{7BCE0E73-BA52-486D-9E6F-A2B9ED5502C3}" destId="{2CEBF382-C45C-42E5-BA6B-29F7932BCBB5}" srcOrd="2" destOrd="0" presId="urn:microsoft.com/office/officeart/2018/2/layout/IconCircleList"/>
    <dgm:cxn modelId="{371F06A2-8B01-46B7-AF2D-55F296276DCB}" type="presParOf" srcId="{7BCE0E73-BA52-486D-9E6F-A2B9ED5502C3}" destId="{98599770-CD43-4E1B-B367-18A307F7F7DB}" srcOrd="3" destOrd="0" presId="urn:microsoft.com/office/officeart/2018/2/layout/IconCircleList"/>
    <dgm:cxn modelId="{EDC2D147-C422-43CA-80DB-8FE3B47EE5DC}" type="presParOf" srcId="{F6F7BCAB-69F1-486B-9C24-A14110F4C97F}" destId="{8844FA6E-C8E1-4076-B905-B160C3D6B2A1}" srcOrd="3" destOrd="0" presId="urn:microsoft.com/office/officeart/2018/2/layout/IconCircleList"/>
    <dgm:cxn modelId="{D60A42A2-D4A7-4A89-B0EB-D1F4B23E02B9}" type="presParOf" srcId="{F6F7BCAB-69F1-486B-9C24-A14110F4C97F}" destId="{08112B2F-B6A8-4593-834D-350E4207B14E}" srcOrd="4" destOrd="0" presId="urn:microsoft.com/office/officeart/2018/2/layout/IconCircleList"/>
    <dgm:cxn modelId="{3DA52F34-9A3F-4C8B-A6BC-57D9BEDF4D20}" type="presParOf" srcId="{08112B2F-B6A8-4593-834D-350E4207B14E}" destId="{C5FA3CF0-71FF-4663-BDB5-96519F513F09}" srcOrd="0" destOrd="0" presId="urn:microsoft.com/office/officeart/2018/2/layout/IconCircleList"/>
    <dgm:cxn modelId="{840C8B41-6956-4349-A7BD-9A7275DE24C8}" type="presParOf" srcId="{08112B2F-B6A8-4593-834D-350E4207B14E}" destId="{63D4B69A-C350-4784-B560-DCB8F45CCD1C}" srcOrd="1" destOrd="0" presId="urn:microsoft.com/office/officeart/2018/2/layout/IconCircleList"/>
    <dgm:cxn modelId="{BE398D10-A2FA-41E2-BDC6-380AA5C5E66D}" type="presParOf" srcId="{08112B2F-B6A8-4593-834D-350E4207B14E}" destId="{F1A641D1-F3C7-43BD-9A4D-B793E7E434BA}" srcOrd="2" destOrd="0" presId="urn:microsoft.com/office/officeart/2018/2/layout/IconCircleList"/>
    <dgm:cxn modelId="{3531B409-C2A7-4664-98E7-CED2D20B6CA1}" type="presParOf" srcId="{08112B2F-B6A8-4593-834D-350E4207B14E}" destId="{E9D44BEF-814D-41A8-8229-FBB902D8A9BA}" srcOrd="3" destOrd="0" presId="urn:microsoft.com/office/officeart/2018/2/layout/IconCircleList"/>
    <dgm:cxn modelId="{67FDAEC7-3E0D-494B-81DC-5B61076BE625}" type="presParOf" srcId="{F6F7BCAB-69F1-486B-9C24-A14110F4C97F}" destId="{565E1ED0-015D-4A17-9CD2-29FB0C9CF160}" srcOrd="5" destOrd="0" presId="urn:microsoft.com/office/officeart/2018/2/layout/IconCircleList"/>
    <dgm:cxn modelId="{94D9A618-9BA4-4C8B-9562-A8BF87180771}" type="presParOf" srcId="{F6F7BCAB-69F1-486B-9C24-A14110F4C97F}" destId="{4F949AA3-C953-4145-8FF6-480CB4ED72EC}" srcOrd="6" destOrd="0" presId="urn:microsoft.com/office/officeart/2018/2/layout/IconCircleList"/>
    <dgm:cxn modelId="{2B62D847-6234-47F6-B107-BC80A934C444}" type="presParOf" srcId="{4F949AA3-C953-4145-8FF6-480CB4ED72EC}" destId="{37D9DA98-8D44-4CD8-AB0D-C5F176B90DD9}" srcOrd="0" destOrd="0" presId="urn:microsoft.com/office/officeart/2018/2/layout/IconCircleList"/>
    <dgm:cxn modelId="{3B868DA0-4326-4041-A5E5-41D73086B42C}" type="presParOf" srcId="{4F949AA3-C953-4145-8FF6-480CB4ED72EC}" destId="{2C0F36F7-45C1-4443-A6FF-1126449FB7C6}" srcOrd="1" destOrd="0" presId="urn:microsoft.com/office/officeart/2018/2/layout/IconCircleList"/>
    <dgm:cxn modelId="{F1F572F4-6F2A-46B2-86B1-833C771286FC}" type="presParOf" srcId="{4F949AA3-C953-4145-8FF6-480CB4ED72EC}" destId="{712F50EC-CF6D-44AC-A775-E330DAD87DC5}" srcOrd="2" destOrd="0" presId="urn:microsoft.com/office/officeart/2018/2/layout/IconCircleList"/>
    <dgm:cxn modelId="{8E77C84B-E5E9-4AB1-A71D-C2F3294BCF59}" type="presParOf" srcId="{4F949AA3-C953-4145-8FF6-480CB4ED72EC}" destId="{CB2209E6-9744-42BF-A237-6352DC88AE6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05160E2-9CD3-4B70-9992-4D251DA26669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31CE5A-0D96-42C8-AFA6-EE489FE47ED4}">
      <dgm:prSet/>
      <dgm:spPr/>
      <dgm:t>
        <a:bodyPr/>
        <a:lstStyle/>
        <a:p>
          <a:r>
            <a:rPr lang="en-IN"/>
            <a:t>1. EMI Calculator</a:t>
          </a:r>
          <a:endParaRPr lang="en-US"/>
        </a:p>
      </dgm:t>
    </dgm:pt>
    <dgm:pt modelId="{25FC89B1-5284-40FF-B334-37C6A760C0BC}" type="parTrans" cxnId="{24317762-4F62-4473-85B1-CEFF46004430}">
      <dgm:prSet/>
      <dgm:spPr/>
      <dgm:t>
        <a:bodyPr/>
        <a:lstStyle/>
        <a:p>
          <a:endParaRPr lang="en-US"/>
        </a:p>
      </dgm:t>
    </dgm:pt>
    <dgm:pt modelId="{2F58F6E8-9567-4152-BC12-D853919675F8}" type="sibTrans" cxnId="{24317762-4F62-4473-85B1-CEFF46004430}">
      <dgm:prSet/>
      <dgm:spPr/>
      <dgm:t>
        <a:bodyPr/>
        <a:lstStyle/>
        <a:p>
          <a:endParaRPr lang="en-US"/>
        </a:p>
      </dgm:t>
    </dgm:pt>
    <dgm:pt modelId="{B31E50E4-5859-4A0D-9EF9-CC490721BEE7}">
      <dgm:prSet/>
      <dgm:spPr/>
      <dgm:t>
        <a:bodyPr/>
        <a:lstStyle/>
        <a:p>
          <a:r>
            <a:rPr lang="en-IN"/>
            <a:t>2. Fixed Deposit (FD) Calculator</a:t>
          </a:r>
          <a:endParaRPr lang="en-US"/>
        </a:p>
      </dgm:t>
    </dgm:pt>
    <dgm:pt modelId="{19750E3F-28DF-4C99-BF6B-451CB0A2EF94}" type="parTrans" cxnId="{E52E89B5-57CF-41BB-850A-EF2B11D88517}">
      <dgm:prSet/>
      <dgm:spPr/>
      <dgm:t>
        <a:bodyPr/>
        <a:lstStyle/>
        <a:p>
          <a:endParaRPr lang="en-US"/>
        </a:p>
      </dgm:t>
    </dgm:pt>
    <dgm:pt modelId="{EFF1EE72-5762-4B1F-BC3E-7A58D670D917}" type="sibTrans" cxnId="{E52E89B5-57CF-41BB-850A-EF2B11D88517}">
      <dgm:prSet/>
      <dgm:spPr/>
      <dgm:t>
        <a:bodyPr/>
        <a:lstStyle/>
        <a:p>
          <a:endParaRPr lang="en-US"/>
        </a:p>
      </dgm:t>
    </dgm:pt>
    <dgm:pt modelId="{7A4C6B65-7544-4145-A36B-C62049EDCB90}">
      <dgm:prSet/>
      <dgm:spPr/>
      <dgm:t>
        <a:bodyPr/>
        <a:lstStyle/>
        <a:p>
          <a:r>
            <a:rPr lang="en-IN" dirty="0"/>
            <a:t>3. Recurring Deposit (RD) Calculator</a:t>
          </a:r>
          <a:endParaRPr lang="en-US" dirty="0"/>
        </a:p>
      </dgm:t>
    </dgm:pt>
    <dgm:pt modelId="{32C1D63D-4349-454F-B3B5-9A898D1652F3}" type="parTrans" cxnId="{E6EDC127-EA98-4803-97AA-F165C548093B}">
      <dgm:prSet/>
      <dgm:spPr/>
      <dgm:t>
        <a:bodyPr/>
        <a:lstStyle/>
        <a:p>
          <a:endParaRPr lang="en-US"/>
        </a:p>
      </dgm:t>
    </dgm:pt>
    <dgm:pt modelId="{AC0304A7-F70B-40DC-ADAC-0218B4D77AFF}" type="sibTrans" cxnId="{E6EDC127-EA98-4803-97AA-F165C548093B}">
      <dgm:prSet/>
      <dgm:spPr/>
      <dgm:t>
        <a:bodyPr/>
        <a:lstStyle/>
        <a:p>
          <a:endParaRPr lang="en-US"/>
        </a:p>
      </dgm:t>
    </dgm:pt>
    <dgm:pt modelId="{55812E21-EC40-4A65-A557-FB2FBEDCB2CD}">
      <dgm:prSet/>
      <dgm:spPr/>
      <dgm:t>
        <a:bodyPr/>
        <a:lstStyle/>
        <a:p>
          <a:r>
            <a:rPr lang="en-IN"/>
            <a:t>4. Simple Interest</a:t>
          </a:r>
          <a:endParaRPr lang="en-US"/>
        </a:p>
      </dgm:t>
    </dgm:pt>
    <dgm:pt modelId="{4015B3DD-7DF2-4AB8-B1EA-AED690CFA45F}" type="parTrans" cxnId="{0636C832-CC42-4C68-911F-2FB64508A316}">
      <dgm:prSet/>
      <dgm:spPr/>
      <dgm:t>
        <a:bodyPr/>
        <a:lstStyle/>
        <a:p>
          <a:endParaRPr lang="en-US"/>
        </a:p>
      </dgm:t>
    </dgm:pt>
    <dgm:pt modelId="{1A727552-8BF6-406C-800D-28E9E94255BC}" type="sibTrans" cxnId="{0636C832-CC42-4C68-911F-2FB64508A316}">
      <dgm:prSet/>
      <dgm:spPr/>
      <dgm:t>
        <a:bodyPr/>
        <a:lstStyle/>
        <a:p>
          <a:endParaRPr lang="en-US"/>
        </a:p>
      </dgm:t>
    </dgm:pt>
    <dgm:pt modelId="{E9CE5384-154B-4D6E-803B-059FBD79AFB8}">
      <dgm:prSet/>
      <dgm:spPr/>
      <dgm:t>
        <a:bodyPr/>
        <a:lstStyle/>
        <a:p>
          <a:r>
            <a:rPr lang="en-IN"/>
            <a:t>5. Compound Interest</a:t>
          </a:r>
          <a:endParaRPr lang="en-US"/>
        </a:p>
      </dgm:t>
    </dgm:pt>
    <dgm:pt modelId="{E75284EC-EF42-4F2A-8715-09E1C6EC3D3B}" type="parTrans" cxnId="{D5BD8D1B-74E5-479F-A56A-0877BAB8B764}">
      <dgm:prSet/>
      <dgm:spPr/>
      <dgm:t>
        <a:bodyPr/>
        <a:lstStyle/>
        <a:p>
          <a:endParaRPr lang="en-US"/>
        </a:p>
      </dgm:t>
    </dgm:pt>
    <dgm:pt modelId="{F4CE2681-E0D7-4BF4-A1C2-E9A7A1A0363F}" type="sibTrans" cxnId="{D5BD8D1B-74E5-479F-A56A-0877BAB8B764}">
      <dgm:prSet/>
      <dgm:spPr/>
      <dgm:t>
        <a:bodyPr/>
        <a:lstStyle/>
        <a:p>
          <a:endParaRPr lang="en-US"/>
        </a:p>
      </dgm:t>
    </dgm:pt>
    <dgm:pt modelId="{54FAA4BA-49AB-4F2B-BC4A-30F3FAE2635B}">
      <dgm:prSet/>
      <dgm:spPr/>
      <dgm:t>
        <a:bodyPr/>
        <a:lstStyle/>
        <a:p>
          <a:r>
            <a:rPr lang="en-IN" dirty="0"/>
            <a:t>6. </a:t>
          </a:r>
          <a:r>
            <a:rPr lang="en-IN"/>
            <a:t>SIP (Systematic Investment Plan)</a:t>
          </a:r>
          <a:endParaRPr lang="en-US" dirty="0"/>
        </a:p>
      </dgm:t>
    </dgm:pt>
    <dgm:pt modelId="{AA4625FD-57CB-42B3-9E2E-89B022EC7D0C}" type="parTrans" cxnId="{E1229E89-A193-41FC-95DC-24AB7F3D6710}">
      <dgm:prSet/>
      <dgm:spPr/>
      <dgm:t>
        <a:bodyPr/>
        <a:lstStyle/>
        <a:p>
          <a:endParaRPr lang="en-US"/>
        </a:p>
      </dgm:t>
    </dgm:pt>
    <dgm:pt modelId="{F7D6273C-5881-4F6E-9CF5-6241DAF1175B}" type="sibTrans" cxnId="{E1229E89-A193-41FC-95DC-24AB7F3D6710}">
      <dgm:prSet/>
      <dgm:spPr/>
      <dgm:t>
        <a:bodyPr/>
        <a:lstStyle/>
        <a:p>
          <a:endParaRPr lang="en-US"/>
        </a:p>
      </dgm:t>
    </dgm:pt>
    <dgm:pt modelId="{46088486-8562-4DBB-826B-C75044269FDE}">
      <dgm:prSet/>
      <dgm:spPr/>
      <dgm:t>
        <a:bodyPr/>
        <a:lstStyle/>
        <a:p>
          <a:r>
            <a:rPr lang="en-IN"/>
            <a:t>7. PPF</a:t>
          </a:r>
          <a:endParaRPr lang="en-US"/>
        </a:p>
      </dgm:t>
    </dgm:pt>
    <dgm:pt modelId="{2EBF1165-67FF-4C92-8C28-64B2D65CD801}" type="parTrans" cxnId="{131DB12D-1959-41D8-A5E8-B487D909E970}">
      <dgm:prSet/>
      <dgm:spPr/>
      <dgm:t>
        <a:bodyPr/>
        <a:lstStyle/>
        <a:p>
          <a:endParaRPr lang="en-US"/>
        </a:p>
      </dgm:t>
    </dgm:pt>
    <dgm:pt modelId="{549B674A-0973-4D14-9003-3FFA3ACFCDB8}" type="sibTrans" cxnId="{131DB12D-1959-41D8-A5E8-B487D909E970}">
      <dgm:prSet/>
      <dgm:spPr/>
      <dgm:t>
        <a:bodyPr/>
        <a:lstStyle/>
        <a:p>
          <a:endParaRPr lang="en-US"/>
        </a:p>
      </dgm:t>
    </dgm:pt>
    <dgm:pt modelId="{B7DC8C04-D637-4366-83F2-9DF383061139}">
      <dgm:prSet/>
      <dgm:spPr/>
      <dgm:t>
        <a:bodyPr/>
        <a:lstStyle/>
        <a:p>
          <a:r>
            <a:rPr lang="en-IN"/>
            <a:t>8. Retirement</a:t>
          </a:r>
          <a:endParaRPr lang="en-US"/>
        </a:p>
      </dgm:t>
    </dgm:pt>
    <dgm:pt modelId="{37AA87FC-0A54-4C77-92B8-DB339CC9DEDF}" type="parTrans" cxnId="{346370CA-B0D3-44AF-9E4F-E41B0DDA8BCF}">
      <dgm:prSet/>
      <dgm:spPr/>
      <dgm:t>
        <a:bodyPr/>
        <a:lstStyle/>
        <a:p>
          <a:endParaRPr lang="en-US"/>
        </a:p>
      </dgm:t>
    </dgm:pt>
    <dgm:pt modelId="{2F071066-C21F-4AA8-B3AE-5054EE194429}" type="sibTrans" cxnId="{346370CA-B0D3-44AF-9E4F-E41B0DDA8BCF}">
      <dgm:prSet/>
      <dgm:spPr/>
      <dgm:t>
        <a:bodyPr/>
        <a:lstStyle/>
        <a:p>
          <a:endParaRPr lang="en-US"/>
        </a:p>
      </dgm:t>
    </dgm:pt>
    <dgm:pt modelId="{F4A81375-6770-4F51-992E-A72FE3FF71B6}">
      <dgm:prSet/>
      <dgm:spPr/>
      <dgm:t>
        <a:bodyPr/>
        <a:lstStyle/>
        <a:p>
          <a:r>
            <a:rPr lang="en-IN"/>
            <a:t>9. Education Planning</a:t>
          </a:r>
          <a:endParaRPr lang="en-US"/>
        </a:p>
      </dgm:t>
    </dgm:pt>
    <dgm:pt modelId="{689DEADB-D00E-4664-A31D-824A7B624D9B}" type="parTrans" cxnId="{0F56BF44-20C3-459D-B18F-0113DE00A347}">
      <dgm:prSet/>
      <dgm:spPr/>
      <dgm:t>
        <a:bodyPr/>
        <a:lstStyle/>
        <a:p>
          <a:endParaRPr lang="en-US"/>
        </a:p>
      </dgm:t>
    </dgm:pt>
    <dgm:pt modelId="{EFF964D8-034E-4A16-AF8D-3A9B0966227D}" type="sibTrans" cxnId="{0F56BF44-20C3-459D-B18F-0113DE00A347}">
      <dgm:prSet/>
      <dgm:spPr/>
      <dgm:t>
        <a:bodyPr/>
        <a:lstStyle/>
        <a:p>
          <a:endParaRPr lang="en-US"/>
        </a:p>
      </dgm:t>
    </dgm:pt>
    <dgm:pt modelId="{88DDA560-9C11-445B-AB53-E14A7FBADBD4}">
      <dgm:prSet/>
      <dgm:spPr/>
      <dgm:t>
        <a:bodyPr/>
        <a:lstStyle/>
        <a:p>
          <a:r>
            <a:rPr lang="en-IN"/>
            <a:t>10. Loan Repayment</a:t>
          </a:r>
          <a:endParaRPr lang="en-US"/>
        </a:p>
      </dgm:t>
    </dgm:pt>
    <dgm:pt modelId="{C6BF4F9F-BA98-493A-98A0-B990FDD5A8BB}" type="parTrans" cxnId="{0B29B4E2-816A-4870-AE2E-CF5BB51381A8}">
      <dgm:prSet/>
      <dgm:spPr/>
      <dgm:t>
        <a:bodyPr/>
        <a:lstStyle/>
        <a:p>
          <a:endParaRPr lang="en-US"/>
        </a:p>
      </dgm:t>
    </dgm:pt>
    <dgm:pt modelId="{22B84F27-1D64-46D3-9589-A0BD1603A7F7}" type="sibTrans" cxnId="{0B29B4E2-816A-4870-AE2E-CF5BB51381A8}">
      <dgm:prSet/>
      <dgm:spPr/>
      <dgm:t>
        <a:bodyPr/>
        <a:lstStyle/>
        <a:p>
          <a:endParaRPr lang="en-US"/>
        </a:p>
      </dgm:t>
    </dgm:pt>
    <dgm:pt modelId="{A7459F8A-E799-4EE0-94D3-9476C5EEC8A2}" type="pres">
      <dgm:prSet presAssocID="{405160E2-9CD3-4B70-9992-4D251DA26669}" presName="Name0" presStyleCnt="0">
        <dgm:presLayoutVars>
          <dgm:dir/>
          <dgm:animLvl val="lvl"/>
          <dgm:resizeHandles val="exact"/>
        </dgm:presLayoutVars>
      </dgm:prSet>
      <dgm:spPr/>
    </dgm:pt>
    <dgm:pt modelId="{D81A113D-6DF9-4ADB-994F-6560C7B180B5}" type="pres">
      <dgm:prSet presAssocID="{6531CE5A-0D96-42C8-AFA6-EE489FE47ED4}" presName="linNode" presStyleCnt="0"/>
      <dgm:spPr/>
    </dgm:pt>
    <dgm:pt modelId="{E34C3931-331B-49E4-A4A9-7D40D80D0FDB}" type="pres">
      <dgm:prSet presAssocID="{6531CE5A-0D96-42C8-AFA6-EE489FE47ED4}" presName="parentText" presStyleLbl="node1" presStyleIdx="0" presStyleCnt="10">
        <dgm:presLayoutVars>
          <dgm:chMax val="1"/>
          <dgm:bulletEnabled val="1"/>
        </dgm:presLayoutVars>
      </dgm:prSet>
      <dgm:spPr/>
    </dgm:pt>
    <dgm:pt modelId="{D2BC32BB-C6D1-4165-8DF3-E71ECA0C062D}" type="pres">
      <dgm:prSet presAssocID="{2F58F6E8-9567-4152-BC12-D853919675F8}" presName="sp" presStyleCnt="0"/>
      <dgm:spPr/>
    </dgm:pt>
    <dgm:pt modelId="{800D98B3-F23C-481E-B000-4C46D77E88E1}" type="pres">
      <dgm:prSet presAssocID="{B31E50E4-5859-4A0D-9EF9-CC490721BEE7}" presName="linNode" presStyleCnt="0"/>
      <dgm:spPr/>
    </dgm:pt>
    <dgm:pt modelId="{DD78EE10-1FE6-450F-971A-767EE2B8D212}" type="pres">
      <dgm:prSet presAssocID="{B31E50E4-5859-4A0D-9EF9-CC490721BEE7}" presName="parentText" presStyleLbl="node1" presStyleIdx="1" presStyleCnt="10">
        <dgm:presLayoutVars>
          <dgm:chMax val="1"/>
          <dgm:bulletEnabled val="1"/>
        </dgm:presLayoutVars>
      </dgm:prSet>
      <dgm:spPr/>
    </dgm:pt>
    <dgm:pt modelId="{C220A59D-AC49-4CBF-B471-5F5F3DF1C113}" type="pres">
      <dgm:prSet presAssocID="{EFF1EE72-5762-4B1F-BC3E-7A58D670D917}" presName="sp" presStyleCnt="0"/>
      <dgm:spPr/>
    </dgm:pt>
    <dgm:pt modelId="{8B32364E-7EB5-4122-95FF-F458496B2772}" type="pres">
      <dgm:prSet presAssocID="{7A4C6B65-7544-4145-A36B-C62049EDCB90}" presName="linNode" presStyleCnt="0"/>
      <dgm:spPr/>
    </dgm:pt>
    <dgm:pt modelId="{AC365595-5A43-4C12-A390-F532AFB2E313}" type="pres">
      <dgm:prSet presAssocID="{7A4C6B65-7544-4145-A36B-C62049EDCB90}" presName="parentText" presStyleLbl="node1" presStyleIdx="2" presStyleCnt="10">
        <dgm:presLayoutVars>
          <dgm:chMax val="1"/>
          <dgm:bulletEnabled val="1"/>
        </dgm:presLayoutVars>
      </dgm:prSet>
      <dgm:spPr/>
    </dgm:pt>
    <dgm:pt modelId="{1F4AA987-68E4-42EC-B5E3-DCCADE5CE27A}" type="pres">
      <dgm:prSet presAssocID="{AC0304A7-F70B-40DC-ADAC-0218B4D77AFF}" presName="sp" presStyleCnt="0"/>
      <dgm:spPr/>
    </dgm:pt>
    <dgm:pt modelId="{A00600E6-FCE3-4F90-A4BA-3201BDB3C34D}" type="pres">
      <dgm:prSet presAssocID="{55812E21-EC40-4A65-A557-FB2FBEDCB2CD}" presName="linNode" presStyleCnt="0"/>
      <dgm:spPr/>
    </dgm:pt>
    <dgm:pt modelId="{5B370FA3-96D3-4807-8DFD-2349B7F56167}" type="pres">
      <dgm:prSet presAssocID="{55812E21-EC40-4A65-A557-FB2FBEDCB2CD}" presName="parentText" presStyleLbl="node1" presStyleIdx="3" presStyleCnt="10">
        <dgm:presLayoutVars>
          <dgm:chMax val="1"/>
          <dgm:bulletEnabled val="1"/>
        </dgm:presLayoutVars>
      </dgm:prSet>
      <dgm:spPr/>
    </dgm:pt>
    <dgm:pt modelId="{842FFCAB-22D4-4C8E-AA9F-BFB929019141}" type="pres">
      <dgm:prSet presAssocID="{1A727552-8BF6-406C-800D-28E9E94255BC}" presName="sp" presStyleCnt="0"/>
      <dgm:spPr/>
    </dgm:pt>
    <dgm:pt modelId="{137B4577-783C-4274-9E87-49B00683CD42}" type="pres">
      <dgm:prSet presAssocID="{E9CE5384-154B-4D6E-803B-059FBD79AFB8}" presName="linNode" presStyleCnt="0"/>
      <dgm:spPr/>
    </dgm:pt>
    <dgm:pt modelId="{7296A2D6-F6E2-4C22-91D9-918FC232A3D4}" type="pres">
      <dgm:prSet presAssocID="{E9CE5384-154B-4D6E-803B-059FBD79AFB8}" presName="parentText" presStyleLbl="node1" presStyleIdx="4" presStyleCnt="10">
        <dgm:presLayoutVars>
          <dgm:chMax val="1"/>
          <dgm:bulletEnabled val="1"/>
        </dgm:presLayoutVars>
      </dgm:prSet>
      <dgm:spPr/>
    </dgm:pt>
    <dgm:pt modelId="{6439A268-272D-439C-A4D5-D13AEC00A15C}" type="pres">
      <dgm:prSet presAssocID="{F4CE2681-E0D7-4BF4-A1C2-E9A7A1A0363F}" presName="sp" presStyleCnt="0"/>
      <dgm:spPr/>
    </dgm:pt>
    <dgm:pt modelId="{B7446A3E-9069-4C0A-A3BA-20D2C23DD75C}" type="pres">
      <dgm:prSet presAssocID="{54FAA4BA-49AB-4F2B-BC4A-30F3FAE2635B}" presName="linNode" presStyleCnt="0"/>
      <dgm:spPr/>
    </dgm:pt>
    <dgm:pt modelId="{31B8AB26-F567-4122-A557-C10667CF7437}" type="pres">
      <dgm:prSet presAssocID="{54FAA4BA-49AB-4F2B-BC4A-30F3FAE2635B}" presName="parentText" presStyleLbl="node1" presStyleIdx="5" presStyleCnt="10">
        <dgm:presLayoutVars>
          <dgm:chMax val="1"/>
          <dgm:bulletEnabled val="1"/>
        </dgm:presLayoutVars>
      </dgm:prSet>
      <dgm:spPr/>
    </dgm:pt>
    <dgm:pt modelId="{F3BC8F15-6B4F-49F2-9C4D-9120C99F6F7C}" type="pres">
      <dgm:prSet presAssocID="{F7D6273C-5881-4F6E-9CF5-6241DAF1175B}" presName="sp" presStyleCnt="0"/>
      <dgm:spPr/>
    </dgm:pt>
    <dgm:pt modelId="{B8AD58AB-3D6D-426A-A7AA-8AB1DBF3155A}" type="pres">
      <dgm:prSet presAssocID="{46088486-8562-4DBB-826B-C75044269FDE}" presName="linNode" presStyleCnt="0"/>
      <dgm:spPr/>
    </dgm:pt>
    <dgm:pt modelId="{EFD72F55-F471-458D-A808-5C1777B3F136}" type="pres">
      <dgm:prSet presAssocID="{46088486-8562-4DBB-826B-C75044269FDE}" presName="parentText" presStyleLbl="node1" presStyleIdx="6" presStyleCnt="10">
        <dgm:presLayoutVars>
          <dgm:chMax val="1"/>
          <dgm:bulletEnabled val="1"/>
        </dgm:presLayoutVars>
      </dgm:prSet>
      <dgm:spPr/>
    </dgm:pt>
    <dgm:pt modelId="{D7A91873-6AED-4466-B232-1592D6760C76}" type="pres">
      <dgm:prSet presAssocID="{549B674A-0973-4D14-9003-3FFA3ACFCDB8}" presName="sp" presStyleCnt="0"/>
      <dgm:spPr/>
    </dgm:pt>
    <dgm:pt modelId="{D8F68668-7153-46F8-961F-2BB8E5D5B752}" type="pres">
      <dgm:prSet presAssocID="{B7DC8C04-D637-4366-83F2-9DF383061139}" presName="linNode" presStyleCnt="0"/>
      <dgm:spPr/>
    </dgm:pt>
    <dgm:pt modelId="{C3D06D06-2DF6-476D-ACF1-71081734DEF0}" type="pres">
      <dgm:prSet presAssocID="{B7DC8C04-D637-4366-83F2-9DF383061139}" presName="parentText" presStyleLbl="node1" presStyleIdx="7" presStyleCnt="10">
        <dgm:presLayoutVars>
          <dgm:chMax val="1"/>
          <dgm:bulletEnabled val="1"/>
        </dgm:presLayoutVars>
      </dgm:prSet>
      <dgm:spPr/>
    </dgm:pt>
    <dgm:pt modelId="{C5D65977-6D4B-4E09-9D82-E35373317C5A}" type="pres">
      <dgm:prSet presAssocID="{2F071066-C21F-4AA8-B3AE-5054EE194429}" presName="sp" presStyleCnt="0"/>
      <dgm:spPr/>
    </dgm:pt>
    <dgm:pt modelId="{5B45F0C5-907D-460C-97E7-49ACBC74F8FF}" type="pres">
      <dgm:prSet presAssocID="{F4A81375-6770-4F51-992E-A72FE3FF71B6}" presName="linNode" presStyleCnt="0"/>
      <dgm:spPr/>
    </dgm:pt>
    <dgm:pt modelId="{1132B8E4-52CB-4F08-BD7B-E4DA92DC6BC6}" type="pres">
      <dgm:prSet presAssocID="{F4A81375-6770-4F51-992E-A72FE3FF71B6}" presName="parentText" presStyleLbl="node1" presStyleIdx="8" presStyleCnt="10">
        <dgm:presLayoutVars>
          <dgm:chMax val="1"/>
          <dgm:bulletEnabled val="1"/>
        </dgm:presLayoutVars>
      </dgm:prSet>
      <dgm:spPr/>
    </dgm:pt>
    <dgm:pt modelId="{283B56DE-0E07-48BA-9891-12A3908ADD64}" type="pres">
      <dgm:prSet presAssocID="{EFF964D8-034E-4A16-AF8D-3A9B0966227D}" presName="sp" presStyleCnt="0"/>
      <dgm:spPr/>
    </dgm:pt>
    <dgm:pt modelId="{EC04085C-2B4D-48EA-9A6B-24396AF56671}" type="pres">
      <dgm:prSet presAssocID="{88DDA560-9C11-445B-AB53-E14A7FBADBD4}" presName="linNode" presStyleCnt="0"/>
      <dgm:spPr/>
    </dgm:pt>
    <dgm:pt modelId="{D6DFBDBE-5EE0-44AA-BD2F-26E47E9CEDC3}" type="pres">
      <dgm:prSet presAssocID="{88DDA560-9C11-445B-AB53-E14A7FBADBD4}" presName="parentText" presStyleLbl="node1" presStyleIdx="9" presStyleCnt="10">
        <dgm:presLayoutVars>
          <dgm:chMax val="1"/>
          <dgm:bulletEnabled val="1"/>
        </dgm:presLayoutVars>
      </dgm:prSet>
      <dgm:spPr/>
    </dgm:pt>
  </dgm:ptLst>
  <dgm:cxnLst>
    <dgm:cxn modelId="{D5BD8D1B-74E5-479F-A56A-0877BAB8B764}" srcId="{405160E2-9CD3-4B70-9992-4D251DA26669}" destId="{E9CE5384-154B-4D6E-803B-059FBD79AFB8}" srcOrd="4" destOrd="0" parTransId="{E75284EC-EF42-4F2A-8715-09E1C6EC3D3B}" sibTransId="{F4CE2681-E0D7-4BF4-A1C2-E9A7A1A0363F}"/>
    <dgm:cxn modelId="{AA22E41E-4B09-4A90-83B4-F1D78C636998}" type="presOf" srcId="{405160E2-9CD3-4B70-9992-4D251DA26669}" destId="{A7459F8A-E799-4EE0-94D3-9476C5EEC8A2}" srcOrd="0" destOrd="0" presId="urn:microsoft.com/office/officeart/2005/8/layout/vList5"/>
    <dgm:cxn modelId="{657FF321-BB91-4591-905B-B3731FA4D8D5}" type="presOf" srcId="{B7DC8C04-D637-4366-83F2-9DF383061139}" destId="{C3D06D06-2DF6-476D-ACF1-71081734DEF0}" srcOrd="0" destOrd="0" presId="urn:microsoft.com/office/officeart/2005/8/layout/vList5"/>
    <dgm:cxn modelId="{E6EDC127-EA98-4803-97AA-F165C548093B}" srcId="{405160E2-9CD3-4B70-9992-4D251DA26669}" destId="{7A4C6B65-7544-4145-A36B-C62049EDCB90}" srcOrd="2" destOrd="0" parTransId="{32C1D63D-4349-454F-B3B5-9A898D1652F3}" sibTransId="{AC0304A7-F70B-40DC-ADAC-0218B4D77AFF}"/>
    <dgm:cxn modelId="{131DB12D-1959-41D8-A5E8-B487D909E970}" srcId="{405160E2-9CD3-4B70-9992-4D251DA26669}" destId="{46088486-8562-4DBB-826B-C75044269FDE}" srcOrd="6" destOrd="0" parTransId="{2EBF1165-67FF-4C92-8C28-64B2D65CD801}" sibTransId="{549B674A-0973-4D14-9003-3FFA3ACFCDB8}"/>
    <dgm:cxn modelId="{0636C832-CC42-4C68-911F-2FB64508A316}" srcId="{405160E2-9CD3-4B70-9992-4D251DA26669}" destId="{55812E21-EC40-4A65-A557-FB2FBEDCB2CD}" srcOrd="3" destOrd="0" parTransId="{4015B3DD-7DF2-4AB8-B1EA-AED690CFA45F}" sibTransId="{1A727552-8BF6-406C-800D-28E9E94255BC}"/>
    <dgm:cxn modelId="{24317762-4F62-4473-85B1-CEFF46004430}" srcId="{405160E2-9CD3-4B70-9992-4D251DA26669}" destId="{6531CE5A-0D96-42C8-AFA6-EE489FE47ED4}" srcOrd="0" destOrd="0" parTransId="{25FC89B1-5284-40FF-B334-37C6A760C0BC}" sibTransId="{2F58F6E8-9567-4152-BC12-D853919675F8}"/>
    <dgm:cxn modelId="{0F56BF44-20C3-459D-B18F-0113DE00A347}" srcId="{405160E2-9CD3-4B70-9992-4D251DA26669}" destId="{F4A81375-6770-4F51-992E-A72FE3FF71B6}" srcOrd="8" destOrd="0" parTransId="{689DEADB-D00E-4664-A31D-824A7B624D9B}" sibTransId="{EFF964D8-034E-4A16-AF8D-3A9B0966227D}"/>
    <dgm:cxn modelId="{2F2F6369-32B8-4DE5-A8BD-4D5CC390B3A6}" type="presOf" srcId="{54FAA4BA-49AB-4F2B-BC4A-30F3FAE2635B}" destId="{31B8AB26-F567-4122-A557-C10667CF7437}" srcOrd="0" destOrd="0" presId="urn:microsoft.com/office/officeart/2005/8/layout/vList5"/>
    <dgm:cxn modelId="{D7D0684C-19FC-4415-A2EF-F1A3177B558A}" type="presOf" srcId="{88DDA560-9C11-445B-AB53-E14A7FBADBD4}" destId="{D6DFBDBE-5EE0-44AA-BD2F-26E47E9CEDC3}" srcOrd="0" destOrd="0" presId="urn:microsoft.com/office/officeart/2005/8/layout/vList5"/>
    <dgm:cxn modelId="{3E679787-466D-4120-8256-A78E6EE5DAC8}" type="presOf" srcId="{B31E50E4-5859-4A0D-9EF9-CC490721BEE7}" destId="{DD78EE10-1FE6-450F-971A-767EE2B8D212}" srcOrd="0" destOrd="0" presId="urn:microsoft.com/office/officeart/2005/8/layout/vList5"/>
    <dgm:cxn modelId="{E1229E89-A193-41FC-95DC-24AB7F3D6710}" srcId="{405160E2-9CD3-4B70-9992-4D251DA26669}" destId="{54FAA4BA-49AB-4F2B-BC4A-30F3FAE2635B}" srcOrd="5" destOrd="0" parTransId="{AA4625FD-57CB-42B3-9E2E-89B022EC7D0C}" sibTransId="{F7D6273C-5881-4F6E-9CF5-6241DAF1175B}"/>
    <dgm:cxn modelId="{8592AB97-9860-46B2-A2BB-589C84B4A96E}" type="presOf" srcId="{6531CE5A-0D96-42C8-AFA6-EE489FE47ED4}" destId="{E34C3931-331B-49E4-A4A9-7D40D80D0FDB}" srcOrd="0" destOrd="0" presId="urn:microsoft.com/office/officeart/2005/8/layout/vList5"/>
    <dgm:cxn modelId="{7B503DA3-16A9-4DC3-A06B-DFA24D520900}" type="presOf" srcId="{F4A81375-6770-4F51-992E-A72FE3FF71B6}" destId="{1132B8E4-52CB-4F08-BD7B-E4DA92DC6BC6}" srcOrd="0" destOrd="0" presId="urn:microsoft.com/office/officeart/2005/8/layout/vList5"/>
    <dgm:cxn modelId="{23C939AE-A8FC-40DD-8839-8F71FDBE54B3}" type="presOf" srcId="{7A4C6B65-7544-4145-A36B-C62049EDCB90}" destId="{AC365595-5A43-4C12-A390-F532AFB2E313}" srcOrd="0" destOrd="0" presId="urn:microsoft.com/office/officeart/2005/8/layout/vList5"/>
    <dgm:cxn modelId="{E52E89B5-57CF-41BB-850A-EF2B11D88517}" srcId="{405160E2-9CD3-4B70-9992-4D251DA26669}" destId="{B31E50E4-5859-4A0D-9EF9-CC490721BEE7}" srcOrd="1" destOrd="0" parTransId="{19750E3F-28DF-4C99-BF6B-451CB0A2EF94}" sibTransId="{EFF1EE72-5762-4B1F-BC3E-7A58D670D917}"/>
    <dgm:cxn modelId="{50F914C5-32EB-4736-8A7E-0D9F935145C5}" type="presOf" srcId="{46088486-8562-4DBB-826B-C75044269FDE}" destId="{EFD72F55-F471-458D-A808-5C1777B3F136}" srcOrd="0" destOrd="0" presId="urn:microsoft.com/office/officeart/2005/8/layout/vList5"/>
    <dgm:cxn modelId="{100CE2C5-13A9-4262-A88D-BB2935B39050}" type="presOf" srcId="{E9CE5384-154B-4D6E-803B-059FBD79AFB8}" destId="{7296A2D6-F6E2-4C22-91D9-918FC232A3D4}" srcOrd="0" destOrd="0" presId="urn:microsoft.com/office/officeart/2005/8/layout/vList5"/>
    <dgm:cxn modelId="{346370CA-B0D3-44AF-9E4F-E41B0DDA8BCF}" srcId="{405160E2-9CD3-4B70-9992-4D251DA26669}" destId="{B7DC8C04-D637-4366-83F2-9DF383061139}" srcOrd="7" destOrd="0" parTransId="{37AA87FC-0A54-4C77-92B8-DB339CC9DEDF}" sibTransId="{2F071066-C21F-4AA8-B3AE-5054EE194429}"/>
    <dgm:cxn modelId="{5D6324E1-0795-47B5-8259-AD1AA2743C4D}" type="presOf" srcId="{55812E21-EC40-4A65-A557-FB2FBEDCB2CD}" destId="{5B370FA3-96D3-4807-8DFD-2349B7F56167}" srcOrd="0" destOrd="0" presId="urn:microsoft.com/office/officeart/2005/8/layout/vList5"/>
    <dgm:cxn modelId="{0B29B4E2-816A-4870-AE2E-CF5BB51381A8}" srcId="{405160E2-9CD3-4B70-9992-4D251DA26669}" destId="{88DDA560-9C11-445B-AB53-E14A7FBADBD4}" srcOrd="9" destOrd="0" parTransId="{C6BF4F9F-BA98-493A-98A0-B990FDD5A8BB}" sibTransId="{22B84F27-1D64-46D3-9589-A0BD1603A7F7}"/>
    <dgm:cxn modelId="{39546895-73CA-4445-9496-5057CB5E37A9}" type="presParOf" srcId="{A7459F8A-E799-4EE0-94D3-9476C5EEC8A2}" destId="{D81A113D-6DF9-4ADB-994F-6560C7B180B5}" srcOrd="0" destOrd="0" presId="urn:microsoft.com/office/officeart/2005/8/layout/vList5"/>
    <dgm:cxn modelId="{812ECC0E-6BEF-494C-BDF9-D670BFCD219F}" type="presParOf" srcId="{D81A113D-6DF9-4ADB-994F-6560C7B180B5}" destId="{E34C3931-331B-49E4-A4A9-7D40D80D0FDB}" srcOrd="0" destOrd="0" presId="urn:microsoft.com/office/officeart/2005/8/layout/vList5"/>
    <dgm:cxn modelId="{ADEA640E-3322-4705-85A2-6BA23C3FD5EE}" type="presParOf" srcId="{A7459F8A-E799-4EE0-94D3-9476C5EEC8A2}" destId="{D2BC32BB-C6D1-4165-8DF3-E71ECA0C062D}" srcOrd="1" destOrd="0" presId="urn:microsoft.com/office/officeart/2005/8/layout/vList5"/>
    <dgm:cxn modelId="{8DD13F9B-2D45-4582-98C0-9DED25ECD90E}" type="presParOf" srcId="{A7459F8A-E799-4EE0-94D3-9476C5EEC8A2}" destId="{800D98B3-F23C-481E-B000-4C46D77E88E1}" srcOrd="2" destOrd="0" presId="urn:microsoft.com/office/officeart/2005/8/layout/vList5"/>
    <dgm:cxn modelId="{E9CB6BA6-EC1C-4763-80FD-464D665AEA06}" type="presParOf" srcId="{800D98B3-F23C-481E-B000-4C46D77E88E1}" destId="{DD78EE10-1FE6-450F-971A-767EE2B8D212}" srcOrd="0" destOrd="0" presId="urn:microsoft.com/office/officeart/2005/8/layout/vList5"/>
    <dgm:cxn modelId="{83D73D94-59CC-45B8-8E60-C8285F24E60A}" type="presParOf" srcId="{A7459F8A-E799-4EE0-94D3-9476C5EEC8A2}" destId="{C220A59D-AC49-4CBF-B471-5F5F3DF1C113}" srcOrd="3" destOrd="0" presId="urn:microsoft.com/office/officeart/2005/8/layout/vList5"/>
    <dgm:cxn modelId="{60FA8026-BF6C-4481-8F78-D2DFDDDFB0C0}" type="presParOf" srcId="{A7459F8A-E799-4EE0-94D3-9476C5EEC8A2}" destId="{8B32364E-7EB5-4122-95FF-F458496B2772}" srcOrd="4" destOrd="0" presId="urn:microsoft.com/office/officeart/2005/8/layout/vList5"/>
    <dgm:cxn modelId="{9D1BCC57-3048-4D36-9DA4-FE6A8871A568}" type="presParOf" srcId="{8B32364E-7EB5-4122-95FF-F458496B2772}" destId="{AC365595-5A43-4C12-A390-F532AFB2E313}" srcOrd="0" destOrd="0" presId="urn:microsoft.com/office/officeart/2005/8/layout/vList5"/>
    <dgm:cxn modelId="{E53E447F-2C94-4E4D-9F0E-CF5067D9051B}" type="presParOf" srcId="{A7459F8A-E799-4EE0-94D3-9476C5EEC8A2}" destId="{1F4AA987-68E4-42EC-B5E3-DCCADE5CE27A}" srcOrd="5" destOrd="0" presId="urn:microsoft.com/office/officeart/2005/8/layout/vList5"/>
    <dgm:cxn modelId="{5E5C79AA-C3EF-4DC7-BCB9-0FC1F105A06C}" type="presParOf" srcId="{A7459F8A-E799-4EE0-94D3-9476C5EEC8A2}" destId="{A00600E6-FCE3-4F90-A4BA-3201BDB3C34D}" srcOrd="6" destOrd="0" presId="urn:microsoft.com/office/officeart/2005/8/layout/vList5"/>
    <dgm:cxn modelId="{9F2CC739-98AB-4085-A389-F103C25CB321}" type="presParOf" srcId="{A00600E6-FCE3-4F90-A4BA-3201BDB3C34D}" destId="{5B370FA3-96D3-4807-8DFD-2349B7F56167}" srcOrd="0" destOrd="0" presId="urn:microsoft.com/office/officeart/2005/8/layout/vList5"/>
    <dgm:cxn modelId="{05A7E589-3D9E-4357-ACC7-101F67CB86AD}" type="presParOf" srcId="{A7459F8A-E799-4EE0-94D3-9476C5EEC8A2}" destId="{842FFCAB-22D4-4C8E-AA9F-BFB929019141}" srcOrd="7" destOrd="0" presId="urn:microsoft.com/office/officeart/2005/8/layout/vList5"/>
    <dgm:cxn modelId="{4AE3532B-8642-40FB-AEFE-F299BAE89ED1}" type="presParOf" srcId="{A7459F8A-E799-4EE0-94D3-9476C5EEC8A2}" destId="{137B4577-783C-4274-9E87-49B00683CD42}" srcOrd="8" destOrd="0" presId="urn:microsoft.com/office/officeart/2005/8/layout/vList5"/>
    <dgm:cxn modelId="{2E5B9179-7443-4AC8-A94A-32905C7E856D}" type="presParOf" srcId="{137B4577-783C-4274-9E87-49B00683CD42}" destId="{7296A2D6-F6E2-4C22-91D9-918FC232A3D4}" srcOrd="0" destOrd="0" presId="urn:microsoft.com/office/officeart/2005/8/layout/vList5"/>
    <dgm:cxn modelId="{97E711A5-6100-4720-9500-A63FD4D79A1C}" type="presParOf" srcId="{A7459F8A-E799-4EE0-94D3-9476C5EEC8A2}" destId="{6439A268-272D-439C-A4D5-D13AEC00A15C}" srcOrd="9" destOrd="0" presId="urn:microsoft.com/office/officeart/2005/8/layout/vList5"/>
    <dgm:cxn modelId="{2B2C046A-7C52-472E-BA63-2DBEC8703929}" type="presParOf" srcId="{A7459F8A-E799-4EE0-94D3-9476C5EEC8A2}" destId="{B7446A3E-9069-4C0A-A3BA-20D2C23DD75C}" srcOrd="10" destOrd="0" presId="urn:microsoft.com/office/officeart/2005/8/layout/vList5"/>
    <dgm:cxn modelId="{7EB28654-E681-493C-AE29-0340A5B9F437}" type="presParOf" srcId="{B7446A3E-9069-4C0A-A3BA-20D2C23DD75C}" destId="{31B8AB26-F567-4122-A557-C10667CF7437}" srcOrd="0" destOrd="0" presId="urn:microsoft.com/office/officeart/2005/8/layout/vList5"/>
    <dgm:cxn modelId="{8E04544E-A04F-4C72-8AC8-D5F5568B3CB4}" type="presParOf" srcId="{A7459F8A-E799-4EE0-94D3-9476C5EEC8A2}" destId="{F3BC8F15-6B4F-49F2-9C4D-9120C99F6F7C}" srcOrd="11" destOrd="0" presId="urn:microsoft.com/office/officeart/2005/8/layout/vList5"/>
    <dgm:cxn modelId="{F4913B07-C5B5-4768-8C70-B7A9D2BF4C81}" type="presParOf" srcId="{A7459F8A-E799-4EE0-94D3-9476C5EEC8A2}" destId="{B8AD58AB-3D6D-426A-A7AA-8AB1DBF3155A}" srcOrd="12" destOrd="0" presId="urn:microsoft.com/office/officeart/2005/8/layout/vList5"/>
    <dgm:cxn modelId="{A1ABC422-D363-4BEE-9725-1F45683D345E}" type="presParOf" srcId="{B8AD58AB-3D6D-426A-A7AA-8AB1DBF3155A}" destId="{EFD72F55-F471-458D-A808-5C1777B3F136}" srcOrd="0" destOrd="0" presId="urn:microsoft.com/office/officeart/2005/8/layout/vList5"/>
    <dgm:cxn modelId="{6067DA4D-ABE9-4664-9D85-81800744253B}" type="presParOf" srcId="{A7459F8A-E799-4EE0-94D3-9476C5EEC8A2}" destId="{D7A91873-6AED-4466-B232-1592D6760C76}" srcOrd="13" destOrd="0" presId="urn:microsoft.com/office/officeart/2005/8/layout/vList5"/>
    <dgm:cxn modelId="{24D9A025-43A5-42CC-BC4C-2D7C3C494470}" type="presParOf" srcId="{A7459F8A-E799-4EE0-94D3-9476C5EEC8A2}" destId="{D8F68668-7153-46F8-961F-2BB8E5D5B752}" srcOrd="14" destOrd="0" presId="urn:microsoft.com/office/officeart/2005/8/layout/vList5"/>
    <dgm:cxn modelId="{BF8B9EC6-DD10-448B-AB93-0E65A2E62FC9}" type="presParOf" srcId="{D8F68668-7153-46F8-961F-2BB8E5D5B752}" destId="{C3D06D06-2DF6-476D-ACF1-71081734DEF0}" srcOrd="0" destOrd="0" presId="urn:microsoft.com/office/officeart/2005/8/layout/vList5"/>
    <dgm:cxn modelId="{3104274A-C395-41EF-8D9E-725CE11A1B7A}" type="presParOf" srcId="{A7459F8A-E799-4EE0-94D3-9476C5EEC8A2}" destId="{C5D65977-6D4B-4E09-9D82-E35373317C5A}" srcOrd="15" destOrd="0" presId="urn:microsoft.com/office/officeart/2005/8/layout/vList5"/>
    <dgm:cxn modelId="{36CF44F0-A794-41D7-B8C0-B432B6FB60B9}" type="presParOf" srcId="{A7459F8A-E799-4EE0-94D3-9476C5EEC8A2}" destId="{5B45F0C5-907D-460C-97E7-49ACBC74F8FF}" srcOrd="16" destOrd="0" presId="urn:microsoft.com/office/officeart/2005/8/layout/vList5"/>
    <dgm:cxn modelId="{7629DDC8-C7D9-4EAC-B368-F6DF11615418}" type="presParOf" srcId="{5B45F0C5-907D-460C-97E7-49ACBC74F8FF}" destId="{1132B8E4-52CB-4F08-BD7B-E4DA92DC6BC6}" srcOrd="0" destOrd="0" presId="urn:microsoft.com/office/officeart/2005/8/layout/vList5"/>
    <dgm:cxn modelId="{A27F640E-1C3E-4306-AB82-839044462B44}" type="presParOf" srcId="{A7459F8A-E799-4EE0-94D3-9476C5EEC8A2}" destId="{283B56DE-0E07-48BA-9891-12A3908ADD64}" srcOrd="17" destOrd="0" presId="urn:microsoft.com/office/officeart/2005/8/layout/vList5"/>
    <dgm:cxn modelId="{926C63F2-9522-4412-AF17-23FD17830E9C}" type="presParOf" srcId="{A7459F8A-E799-4EE0-94D3-9476C5EEC8A2}" destId="{EC04085C-2B4D-48EA-9A6B-24396AF56671}" srcOrd="18" destOrd="0" presId="urn:microsoft.com/office/officeart/2005/8/layout/vList5"/>
    <dgm:cxn modelId="{11363C46-C982-4DC0-A988-1D101F18ECC0}" type="presParOf" srcId="{EC04085C-2B4D-48EA-9A6B-24396AF56671}" destId="{D6DFBDBE-5EE0-44AA-BD2F-26E47E9CEDC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57F926-4AAF-4252-B073-10E0E57A4229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B947D42-8B2E-4955-9570-EB4ABC3F8D87}">
      <dgm:prSet/>
      <dgm:spPr/>
      <dgm:t>
        <a:bodyPr/>
        <a:lstStyle/>
        <a:p>
          <a:r>
            <a:rPr lang="en-US" b="0" i="0"/>
            <a:t>• ML module in `predict.py`</a:t>
          </a:r>
          <a:endParaRPr lang="en-US"/>
        </a:p>
      </dgm:t>
    </dgm:pt>
    <dgm:pt modelId="{9F6E9D43-C2F3-4ECA-A7F5-2FEC3EDAD0DD}" type="parTrans" cxnId="{1C8797FA-BB3A-493B-AEF8-09A01F7020B1}">
      <dgm:prSet/>
      <dgm:spPr/>
      <dgm:t>
        <a:bodyPr/>
        <a:lstStyle/>
        <a:p>
          <a:endParaRPr lang="en-US"/>
        </a:p>
      </dgm:t>
    </dgm:pt>
    <dgm:pt modelId="{9C4C3EAF-2AF8-4ADF-A908-085E9BC9809C}" type="sibTrans" cxnId="{1C8797FA-BB3A-493B-AEF8-09A01F7020B1}">
      <dgm:prSet/>
      <dgm:spPr/>
      <dgm:t>
        <a:bodyPr/>
        <a:lstStyle/>
        <a:p>
          <a:endParaRPr lang="en-US"/>
        </a:p>
      </dgm:t>
    </dgm:pt>
    <dgm:pt modelId="{5974F680-985E-4983-9D1E-2D3B3D25E9DA}">
      <dgm:prSet/>
      <dgm:spPr/>
      <dgm:t>
        <a:bodyPr/>
        <a:lstStyle/>
        <a:p>
          <a:r>
            <a:rPr lang="en-US" b="0" i="0"/>
            <a:t>• Uses model to predict financial behaviors</a:t>
          </a:r>
          <a:endParaRPr lang="en-US"/>
        </a:p>
      </dgm:t>
    </dgm:pt>
    <dgm:pt modelId="{A6AAD0DF-B803-4590-AB2F-5C9771972BFA}" type="parTrans" cxnId="{5497DF61-EAD4-466E-9046-E152F01FFF55}">
      <dgm:prSet/>
      <dgm:spPr/>
      <dgm:t>
        <a:bodyPr/>
        <a:lstStyle/>
        <a:p>
          <a:endParaRPr lang="en-US"/>
        </a:p>
      </dgm:t>
    </dgm:pt>
    <dgm:pt modelId="{383CC973-2976-4F72-8576-8C4711052B7D}" type="sibTrans" cxnId="{5497DF61-EAD4-466E-9046-E152F01FFF55}">
      <dgm:prSet/>
      <dgm:spPr/>
      <dgm:t>
        <a:bodyPr/>
        <a:lstStyle/>
        <a:p>
          <a:endParaRPr lang="en-US"/>
        </a:p>
      </dgm:t>
    </dgm:pt>
    <dgm:pt modelId="{D43E9B26-4C62-4CB8-964B-EBB30F440B6E}">
      <dgm:prSet/>
      <dgm:spPr/>
      <dgm:t>
        <a:bodyPr/>
        <a:lstStyle/>
        <a:p>
          <a:r>
            <a:rPr lang="en-US" b="0" i="0" dirty="0"/>
            <a:t>• Potential applications:  loan predication.</a:t>
          </a:r>
        </a:p>
        <a:p>
          <a:endParaRPr lang="en-US" dirty="0"/>
        </a:p>
      </dgm:t>
    </dgm:pt>
    <dgm:pt modelId="{0090CB8C-A52A-484A-821A-00D3BC49170F}" type="parTrans" cxnId="{FD62FBF8-CAC4-4735-81CE-DD532E04DC3F}">
      <dgm:prSet/>
      <dgm:spPr/>
      <dgm:t>
        <a:bodyPr/>
        <a:lstStyle/>
        <a:p>
          <a:endParaRPr lang="en-US"/>
        </a:p>
      </dgm:t>
    </dgm:pt>
    <dgm:pt modelId="{241D4F67-AF4D-4A15-8396-72F13F6EE9F5}" type="sibTrans" cxnId="{FD62FBF8-CAC4-4735-81CE-DD532E04DC3F}">
      <dgm:prSet/>
      <dgm:spPr/>
      <dgm:t>
        <a:bodyPr/>
        <a:lstStyle/>
        <a:p>
          <a:endParaRPr lang="en-US"/>
        </a:p>
      </dgm:t>
    </dgm:pt>
    <dgm:pt modelId="{0FD63EC2-3476-4581-9AE8-275D13AA62D6}">
      <dgm:prSet/>
      <dgm:spPr/>
      <dgm:t>
        <a:bodyPr/>
        <a:lstStyle/>
        <a:p>
          <a:r>
            <a:rPr lang="en-US" b="0" i="0" dirty="0"/>
            <a:t>• Inputs: user financial data, Outputs: predictions</a:t>
          </a:r>
          <a:endParaRPr lang="en-US" dirty="0"/>
        </a:p>
      </dgm:t>
    </dgm:pt>
    <dgm:pt modelId="{547AF8E7-DAFA-494A-8B1D-466144E2F32C}" type="parTrans" cxnId="{8C261598-49A7-42A0-9D9A-8D0FD61B8423}">
      <dgm:prSet/>
      <dgm:spPr/>
      <dgm:t>
        <a:bodyPr/>
        <a:lstStyle/>
        <a:p>
          <a:endParaRPr lang="en-US"/>
        </a:p>
      </dgm:t>
    </dgm:pt>
    <dgm:pt modelId="{00AFD247-7D75-4580-8EAB-8BEEAF97E0A4}" type="sibTrans" cxnId="{8C261598-49A7-42A0-9D9A-8D0FD61B8423}">
      <dgm:prSet/>
      <dgm:spPr/>
      <dgm:t>
        <a:bodyPr/>
        <a:lstStyle/>
        <a:p>
          <a:endParaRPr lang="en-US"/>
        </a:p>
      </dgm:t>
    </dgm:pt>
    <dgm:pt modelId="{E8240325-50C7-421E-B841-3B7213CEA4FA}" type="pres">
      <dgm:prSet presAssocID="{5757F926-4AAF-4252-B073-10E0E57A4229}" presName="diagram" presStyleCnt="0">
        <dgm:presLayoutVars>
          <dgm:dir/>
          <dgm:resizeHandles val="exact"/>
        </dgm:presLayoutVars>
      </dgm:prSet>
      <dgm:spPr/>
    </dgm:pt>
    <dgm:pt modelId="{E533E3D1-C7DC-4A64-8822-BAE4E4D129D0}" type="pres">
      <dgm:prSet presAssocID="{9B947D42-8B2E-4955-9570-EB4ABC3F8D87}" presName="node" presStyleLbl="node1" presStyleIdx="0" presStyleCnt="4">
        <dgm:presLayoutVars>
          <dgm:bulletEnabled val="1"/>
        </dgm:presLayoutVars>
      </dgm:prSet>
      <dgm:spPr/>
    </dgm:pt>
    <dgm:pt modelId="{BBC836D0-C39D-4C8D-9D3C-E70744F9E4B9}" type="pres">
      <dgm:prSet presAssocID="{9C4C3EAF-2AF8-4ADF-A908-085E9BC9809C}" presName="sibTrans" presStyleLbl="sibTrans2D1" presStyleIdx="0" presStyleCnt="3"/>
      <dgm:spPr/>
    </dgm:pt>
    <dgm:pt modelId="{EC35321A-CBA5-4F6A-BCFA-AB82784953D8}" type="pres">
      <dgm:prSet presAssocID="{9C4C3EAF-2AF8-4ADF-A908-085E9BC9809C}" presName="connectorText" presStyleLbl="sibTrans2D1" presStyleIdx="0" presStyleCnt="3"/>
      <dgm:spPr/>
    </dgm:pt>
    <dgm:pt modelId="{804C4E9B-9782-4986-9173-01FFC65E611C}" type="pres">
      <dgm:prSet presAssocID="{5974F680-985E-4983-9D1E-2D3B3D25E9DA}" presName="node" presStyleLbl="node1" presStyleIdx="1" presStyleCnt="4">
        <dgm:presLayoutVars>
          <dgm:bulletEnabled val="1"/>
        </dgm:presLayoutVars>
      </dgm:prSet>
      <dgm:spPr/>
    </dgm:pt>
    <dgm:pt modelId="{BBB26BE4-B664-4CF6-9682-335B583711BF}" type="pres">
      <dgm:prSet presAssocID="{383CC973-2976-4F72-8576-8C4711052B7D}" presName="sibTrans" presStyleLbl="sibTrans2D1" presStyleIdx="1" presStyleCnt="3"/>
      <dgm:spPr/>
    </dgm:pt>
    <dgm:pt modelId="{A6AF7FC4-DCD4-47AC-9BEE-AF9E0E2B97C1}" type="pres">
      <dgm:prSet presAssocID="{383CC973-2976-4F72-8576-8C4711052B7D}" presName="connectorText" presStyleLbl="sibTrans2D1" presStyleIdx="1" presStyleCnt="3"/>
      <dgm:spPr/>
    </dgm:pt>
    <dgm:pt modelId="{C9480AD3-0925-4435-804F-FFEFF3512B50}" type="pres">
      <dgm:prSet presAssocID="{D43E9B26-4C62-4CB8-964B-EBB30F440B6E}" presName="node" presStyleLbl="node1" presStyleIdx="2" presStyleCnt="4">
        <dgm:presLayoutVars>
          <dgm:bulletEnabled val="1"/>
        </dgm:presLayoutVars>
      </dgm:prSet>
      <dgm:spPr/>
    </dgm:pt>
    <dgm:pt modelId="{E48ACEDC-DB05-4E06-8C9F-4C44B5743CF7}" type="pres">
      <dgm:prSet presAssocID="{241D4F67-AF4D-4A15-8396-72F13F6EE9F5}" presName="sibTrans" presStyleLbl="sibTrans2D1" presStyleIdx="2" presStyleCnt="3"/>
      <dgm:spPr/>
    </dgm:pt>
    <dgm:pt modelId="{CB976388-F79F-4FD7-A9FC-6D172B770524}" type="pres">
      <dgm:prSet presAssocID="{241D4F67-AF4D-4A15-8396-72F13F6EE9F5}" presName="connectorText" presStyleLbl="sibTrans2D1" presStyleIdx="2" presStyleCnt="3"/>
      <dgm:spPr/>
    </dgm:pt>
    <dgm:pt modelId="{E116C875-397D-43C7-B7DA-CA1603DFAF53}" type="pres">
      <dgm:prSet presAssocID="{0FD63EC2-3476-4581-9AE8-275D13AA62D6}" presName="node" presStyleLbl="node1" presStyleIdx="3" presStyleCnt="4">
        <dgm:presLayoutVars>
          <dgm:bulletEnabled val="1"/>
        </dgm:presLayoutVars>
      </dgm:prSet>
      <dgm:spPr/>
    </dgm:pt>
  </dgm:ptLst>
  <dgm:cxnLst>
    <dgm:cxn modelId="{1249C312-4219-4E32-981C-ECAA7F89D3D7}" type="presOf" srcId="{9C4C3EAF-2AF8-4ADF-A908-085E9BC9809C}" destId="{BBC836D0-C39D-4C8D-9D3C-E70744F9E4B9}" srcOrd="0" destOrd="0" presId="urn:microsoft.com/office/officeart/2005/8/layout/process5"/>
    <dgm:cxn modelId="{43AC2336-70C4-484A-8A64-CB02FDAAAC28}" type="presOf" srcId="{5974F680-985E-4983-9D1E-2D3B3D25E9DA}" destId="{804C4E9B-9782-4986-9173-01FFC65E611C}" srcOrd="0" destOrd="0" presId="urn:microsoft.com/office/officeart/2005/8/layout/process5"/>
    <dgm:cxn modelId="{5497DF61-EAD4-466E-9046-E152F01FFF55}" srcId="{5757F926-4AAF-4252-B073-10E0E57A4229}" destId="{5974F680-985E-4983-9D1E-2D3B3D25E9DA}" srcOrd="1" destOrd="0" parTransId="{A6AAD0DF-B803-4590-AB2F-5C9771972BFA}" sibTransId="{383CC973-2976-4F72-8576-8C4711052B7D}"/>
    <dgm:cxn modelId="{DA4F5D71-5059-4749-8F92-C3EF9174B11D}" type="presOf" srcId="{0FD63EC2-3476-4581-9AE8-275D13AA62D6}" destId="{E116C875-397D-43C7-B7DA-CA1603DFAF53}" srcOrd="0" destOrd="0" presId="urn:microsoft.com/office/officeart/2005/8/layout/process5"/>
    <dgm:cxn modelId="{4C752456-1C32-4EB3-B05D-F8C811CDA8C5}" type="presOf" srcId="{9B947D42-8B2E-4955-9570-EB4ABC3F8D87}" destId="{E533E3D1-C7DC-4A64-8822-BAE4E4D129D0}" srcOrd="0" destOrd="0" presId="urn:microsoft.com/office/officeart/2005/8/layout/process5"/>
    <dgm:cxn modelId="{3FD87993-5852-4FE6-ADD3-5DD05A8F574D}" type="presOf" srcId="{241D4F67-AF4D-4A15-8396-72F13F6EE9F5}" destId="{E48ACEDC-DB05-4E06-8C9F-4C44B5743CF7}" srcOrd="0" destOrd="0" presId="urn:microsoft.com/office/officeart/2005/8/layout/process5"/>
    <dgm:cxn modelId="{8C261598-49A7-42A0-9D9A-8D0FD61B8423}" srcId="{5757F926-4AAF-4252-B073-10E0E57A4229}" destId="{0FD63EC2-3476-4581-9AE8-275D13AA62D6}" srcOrd="3" destOrd="0" parTransId="{547AF8E7-DAFA-494A-8B1D-466144E2F32C}" sibTransId="{00AFD247-7D75-4580-8EAB-8BEEAF97E0A4}"/>
    <dgm:cxn modelId="{B4AC4A9F-534A-44A0-9A1C-CAB7376E6868}" type="presOf" srcId="{383CC973-2976-4F72-8576-8C4711052B7D}" destId="{BBB26BE4-B664-4CF6-9682-335B583711BF}" srcOrd="0" destOrd="0" presId="urn:microsoft.com/office/officeart/2005/8/layout/process5"/>
    <dgm:cxn modelId="{7E00EEA2-D52D-4D3B-9724-3932C9F6D490}" type="presOf" srcId="{9C4C3EAF-2AF8-4ADF-A908-085E9BC9809C}" destId="{EC35321A-CBA5-4F6A-BCFA-AB82784953D8}" srcOrd="1" destOrd="0" presId="urn:microsoft.com/office/officeart/2005/8/layout/process5"/>
    <dgm:cxn modelId="{2C3255B2-8A3C-4814-883B-D5EF2CD6E2E9}" type="presOf" srcId="{D43E9B26-4C62-4CB8-964B-EBB30F440B6E}" destId="{C9480AD3-0925-4435-804F-FFEFF3512B50}" srcOrd="0" destOrd="0" presId="urn:microsoft.com/office/officeart/2005/8/layout/process5"/>
    <dgm:cxn modelId="{6607D1B6-5A51-4FDC-9A12-609AC8185959}" type="presOf" srcId="{383CC973-2976-4F72-8576-8C4711052B7D}" destId="{A6AF7FC4-DCD4-47AC-9BEE-AF9E0E2B97C1}" srcOrd="1" destOrd="0" presId="urn:microsoft.com/office/officeart/2005/8/layout/process5"/>
    <dgm:cxn modelId="{98336AC1-8ABE-430E-8314-46A38481BE04}" type="presOf" srcId="{5757F926-4AAF-4252-B073-10E0E57A4229}" destId="{E8240325-50C7-421E-B841-3B7213CEA4FA}" srcOrd="0" destOrd="0" presId="urn:microsoft.com/office/officeart/2005/8/layout/process5"/>
    <dgm:cxn modelId="{A1237CE4-C856-4E6C-9469-AF8F110DAE59}" type="presOf" srcId="{241D4F67-AF4D-4A15-8396-72F13F6EE9F5}" destId="{CB976388-F79F-4FD7-A9FC-6D172B770524}" srcOrd="1" destOrd="0" presId="urn:microsoft.com/office/officeart/2005/8/layout/process5"/>
    <dgm:cxn modelId="{FD62FBF8-CAC4-4735-81CE-DD532E04DC3F}" srcId="{5757F926-4AAF-4252-B073-10E0E57A4229}" destId="{D43E9B26-4C62-4CB8-964B-EBB30F440B6E}" srcOrd="2" destOrd="0" parTransId="{0090CB8C-A52A-484A-821A-00D3BC49170F}" sibTransId="{241D4F67-AF4D-4A15-8396-72F13F6EE9F5}"/>
    <dgm:cxn modelId="{1C8797FA-BB3A-493B-AEF8-09A01F7020B1}" srcId="{5757F926-4AAF-4252-B073-10E0E57A4229}" destId="{9B947D42-8B2E-4955-9570-EB4ABC3F8D87}" srcOrd="0" destOrd="0" parTransId="{9F6E9D43-C2F3-4ECA-A7F5-2FEC3EDAD0DD}" sibTransId="{9C4C3EAF-2AF8-4ADF-A908-085E9BC9809C}"/>
    <dgm:cxn modelId="{32E6AAC1-D2D4-4061-B32E-C214E12F6971}" type="presParOf" srcId="{E8240325-50C7-421E-B841-3B7213CEA4FA}" destId="{E533E3D1-C7DC-4A64-8822-BAE4E4D129D0}" srcOrd="0" destOrd="0" presId="urn:microsoft.com/office/officeart/2005/8/layout/process5"/>
    <dgm:cxn modelId="{2B627D30-18CD-4406-917B-941C1DE28A6F}" type="presParOf" srcId="{E8240325-50C7-421E-B841-3B7213CEA4FA}" destId="{BBC836D0-C39D-4C8D-9D3C-E70744F9E4B9}" srcOrd="1" destOrd="0" presId="urn:microsoft.com/office/officeart/2005/8/layout/process5"/>
    <dgm:cxn modelId="{6B870662-9EB7-4364-AA5B-5F3DBF414BC9}" type="presParOf" srcId="{BBC836D0-C39D-4C8D-9D3C-E70744F9E4B9}" destId="{EC35321A-CBA5-4F6A-BCFA-AB82784953D8}" srcOrd="0" destOrd="0" presId="urn:microsoft.com/office/officeart/2005/8/layout/process5"/>
    <dgm:cxn modelId="{88EB6D02-2744-48A7-8158-24DDB4CD52E6}" type="presParOf" srcId="{E8240325-50C7-421E-B841-3B7213CEA4FA}" destId="{804C4E9B-9782-4986-9173-01FFC65E611C}" srcOrd="2" destOrd="0" presId="urn:microsoft.com/office/officeart/2005/8/layout/process5"/>
    <dgm:cxn modelId="{8A143061-4AAE-42B7-88E0-193B40FDFB7A}" type="presParOf" srcId="{E8240325-50C7-421E-B841-3B7213CEA4FA}" destId="{BBB26BE4-B664-4CF6-9682-335B583711BF}" srcOrd="3" destOrd="0" presId="urn:microsoft.com/office/officeart/2005/8/layout/process5"/>
    <dgm:cxn modelId="{4B2268B1-AB25-47B9-9FDC-10839050909F}" type="presParOf" srcId="{BBB26BE4-B664-4CF6-9682-335B583711BF}" destId="{A6AF7FC4-DCD4-47AC-9BEE-AF9E0E2B97C1}" srcOrd="0" destOrd="0" presId="urn:microsoft.com/office/officeart/2005/8/layout/process5"/>
    <dgm:cxn modelId="{EEC7287F-0D4B-4350-B9C9-1637D2851B43}" type="presParOf" srcId="{E8240325-50C7-421E-B841-3B7213CEA4FA}" destId="{C9480AD3-0925-4435-804F-FFEFF3512B50}" srcOrd="4" destOrd="0" presId="urn:microsoft.com/office/officeart/2005/8/layout/process5"/>
    <dgm:cxn modelId="{5585AAFC-66DF-47DE-B1FC-4BF1B982CF63}" type="presParOf" srcId="{E8240325-50C7-421E-B841-3B7213CEA4FA}" destId="{E48ACEDC-DB05-4E06-8C9F-4C44B5743CF7}" srcOrd="5" destOrd="0" presId="urn:microsoft.com/office/officeart/2005/8/layout/process5"/>
    <dgm:cxn modelId="{D6529501-88A5-44BE-91AB-1971A4B15F23}" type="presParOf" srcId="{E48ACEDC-DB05-4E06-8C9F-4C44B5743CF7}" destId="{CB976388-F79F-4FD7-A9FC-6D172B770524}" srcOrd="0" destOrd="0" presId="urn:microsoft.com/office/officeart/2005/8/layout/process5"/>
    <dgm:cxn modelId="{70861A67-9E87-4A36-BD7B-91EEAF2377BD}" type="presParOf" srcId="{E8240325-50C7-421E-B841-3B7213CEA4FA}" destId="{E116C875-397D-43C7-B7DA-CA1603DFAF5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8B66D17-74A4-414D-B19B-742ADABDECDD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F74B9B-687B-4A81-ACED-FAFE15CAF8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Model: Linear Regression</a:t>
          </a:r>
          <a:endParaRPr lang="en-US"/>
        </a:p>
      </dgm:t>
    </dgm:pt>
    <dgm:pt modelId="{EFEC6D13-C646-4764-AB99-18E74A06E8DF}" type="parTrans" cxnId="{0E1D0658-A4D7-4998-9200-438A4885EB88}">
      <dgm:prSet/>
      <dgm:spPr/>
      <dgm:t>
        <a:bodyPr/>
        <a:lstStyle/>
        <a:p>
          <a:endParaRPr lang="en-US"/>
        </a:p>
      </dgm:t>
    </dgm:pt>
    <dgm:pt modelId="{49C63CCB-1E9B-4300-9823-149A73F6C973}" type="sibTrans" cxnId="{0E1D0658-A4D7-4998-9200-438A4885EB88}">
      <dgm:prSet/>
      <dgm:spPr/>
      <dgm:t>
        <a:bodyPr/>
        <a:lstStyle/>
        <a:p>
          <a:endParaRPr lang="en-US"/>
        </a:p>
      </dgm:t>
    </dgm:pt>
    <dgm:pt modelId="{7C72383C-85D8-4B9B-969A-24B085C1710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/>
            <a:t>Metrics:</a:t>
          </a:r>
          <a:endParaRPr lang="en-US"/>
        </a:p>
      </dgm:t>
    </dgm:pt>
    <dgm:pt modelId="{99D49D9E-A4AD-42D0-8F6B-868D450D0A84}" type="parTrans" cxnId="{912F4F63-F9D1-4371-8217-8904B35DC89B}">
      <dgm:prSet/>
      <dgm:spPr/>
      <dgm:t>
        <a:bodyPr/>
        <a:lstStyle/>
        <a:p>
          <a:endParaRPr lang="en-US"/>
        </a:p>
      </dgm:t>
    </dgm:pt>
    <dgm:pt modelId="{27091B14-9029-44FF-BB02-E56F3CD22E53}" type="sibTrans" cxnId="{912F4F63-F9D1-4371-8217-8904B35DC89B}">
      <dgm:prSet/>
      <dgm:spPr/>
      <dgm:t>
        <a:bodyPr/>
        <a:lstStyle/>
        <a:p>
          <a:endParaRPr lang="en-US"/>
        </a:p>
      </dgm:t>
    </dgm:pt>
    <dgm:pt modelId="{5FA1D196-76A3-448D-AF7C-4CAF80F821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Mean Absolute Error: 13259.887823345072 </a:t>
          </a:r>
          <a:endParaRPr lang="en-US"/>
        </a:p>
      </dgm:t>
    </dgm:pt>
    <dgm:pt modelId="{52FDEA2A-7642-4821-8692-F32C0CF6DCB9}" type="parTrans" cxnId="{9316EC9E-CFDC-485C-B064-DD1CA601996B}">
      <dgm:prSet/>
      <dgm:spPr/>
      <dgm:t>
        <a:bodyPr/>
        <a:lstStyle/>
        <a:p>
          <a:endParaRPr lang="en-US"/>
        </a:p>
      </dgm:t>
    </dgm:pt>
    <dgm:pt modelId="{5875DD6B-1B33-4CD3-A11F-6699DAB3033A}" type="sibTrans" cxnId="{9316EC9E-CFDC-485C-B064-DD1CA601996B}">
      <dgm:prSet/>
      <dgm:spPr/>
      <dgm:t>
        <a:bodyPr/>
        <a:lstStyle/>
        <a:p>
          <a:endParaRPr lang="en-US"/>
        </a:p>
      </dgm:t>
    </dgm:pt>
    <dgm:pt modelId="{531318BA-F2AD-4F60-AFAC-6301444F20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Mean Squared Error: 268044207.85729995 </a:t>
          </a:r>
          <a:endParaRPr lang="en-US"/>
        </a:p>
      </dgm:t>
    </dgm:pt>
    <dgm:pt modelId="{476D3283-772E-49C8-B20F-A8EC1D76A286}" type="parTrans" cxnId="{86D234FB-F973-4CAE-8D44-967BE875C506}">
      <dgm:prSet/>
      <dgm:spPr/>
      <dgm:t>
        <a:bodyPr/>
        <a:lstStyle/>
        <a:p>
          <a:endParaRPr lang="en-US"/>
        </a:p>
      </dgm:t>
    </dgm:pt>
    <dgm:pt modelId="{14581180-A186-46D1-8293-173F9BD4E068}" type="sibTrans" cxnId="{86D234FB-F973-4CAE-8D44-967BE875C506}">
      <dgm:prSet/>
      <dgm:spPr/>
      <dgm:t>
        <a:bodyPr/>
        <a:lstStyle/>
        <a:p>
          <a:endParaRPr lang="en-US"/>
        </a:p>
      </dgm:t>
    </dgm:pt>
    <dgm:pt modelId="{0093268A-619E-4BF6-B0FF-C4BACDC10F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R² Score: 0.29715025023167274</a:t>
          </a:r>
          <a:endParaRPr lang="en-US"/>
        </a:p>
      </dgm:t>
    </dgm:pt>
    <dgm:pt modelId="{13024654-94A4-43B5-8C6C-848D28232D73}" type="parTrans" cxnId="{8E31C19A-8174-4DBB-8F0A-2526B02CB333}">
      <dgm:prSet/>
      <dgm:spPr/>
      <dgm:t>
        <a:bodyPr/>
        <a:lstStyle/>
        <a:p>
          <a:endParaRPr lang="en-US"/>
        </a:p>
      </dgm:t>
    </dgm:pt>
    <dgm:pt modelId="{4E063F70-92EC-4D74-96BE-514BC8ED1120}" type="sibTrans" cxnId="{8E31C19A-8174-4DBB-8F0A-2526B02CB333}">
      <dgm:prSet/>
      <dgm:spPr/>
      <dgm:t>
        <a:bodyPr/>
        <a:lstStyle/>
        <a:p>
          <a:endParaRPr lang="en-US"/>
        </a:p>
      </dgm:t>
    </dgm:pt>
    <dgm:pt modelId="{23FC7365-17B6-467D-BB87-A7DEB1A1FC86}" type="pres">
      <dgm:prSet presAssocID="{58B66D17-74A4-414D-B19B-742ADABDECDD}" presName="root" presStyleCnt="0">
        <dgm:presLayoutVars>
          <dgm:dir/>
          <dgm:resizeHandles val="exact"/>
        </dgm:presLayoutVars>
      </dgm:prSet>
      <dgm:spPr/>
    </dgm:pt>
    <dgm:pt modelId="{3A50B048-84D4-4443-B09E-47346B35CC01}" type="pres">
      <dgm:prSet presAssocID="{C0F74B9B-687B-4A81-ACED-FAFE15CAF84F}" presName="compNode" presStyleCnt="0"/>
      <dgm:spPr/>
    </dgm:pt>
    <dgm:pt modelId="{26F23115-8D6D-4DA7-9511-F4B2310A8527}" type="pres">
      <dgm:prSet presAssocID="{C0F74B9B-687B-4A81-ACED-FAFE15CAF84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C564149-C0D9-4936-A0C8-C009176C6E66}" type="pres">
      <dgm:prSet presAssocID="{C0F74B9B-687B-4A81-ACED-FAFE15CAF84F}" presName="iconSpace" presStyleCnt="0"/>
      <dgm:spPr/>
    </dgm:pt>
    <dgm:pt modelId="{81E05D2F-7EEA-4186-9246-3C4AAE9CDB6D}" type="pres">
      <dgm:prSet presAssocID="{C0F74B9B-687B-4A81-ACED-FAFE15CAF84F}" presName="parTx" presStyleLbl="revTx" presStyleIdx="0" presStyleCnt="4">
        <dgm:presLayoutVars>
          <dgm:chMax val="0"/>
          <dgm:chPref val="0"/>
        </dgm:presLayoutVars>
      </dgm:prSet>
      <dgm:spPr/>
    </dgm:pt>
    <dgm:pt modelId="{1EFDBF36-0A0B-42D0-895E-041918DF9418}" type="pres">
      <dgm:prSet presAssocID="{C0F74B9B-687B-4A81-ACED-FAFE15CAF84F}" presName="txSpace" presStyleCnt="0"/>
      <dgm:spPr/>
    </dgm:pt>
    <dgm:pt modelId="{956FDC5B-2A25-4980-9907-F20A16DD8A04}" type="pres">
      <dgm:prSet presAssocID="{C0F74B9B-687B-4A81-ACED-FAFE15CAF84F}" presName="desTx" presStyleLbl="revTx" presStyleIdx="1" presStyleCnt="4">
        <dgm:presLayoutVars/>
      </dgm:prSet>
      <dgm:spPr/>
    </dgm:pt>
    <dgm:pt modelId="{18E7CD96-A7B0-4717-8C4E-5FF38890AC3F}" type="pres">
      <dgm:prSet presAssocID="{49C63CCB-1E9B-4300-9823-149A73F6C973}" presName="sibTrans" presStyleCnt="0"/>
      <dgm:spPr/>
    </dgm:pt>
    <dgm:pt modelId="{793BE9DC-F0FD-419D-8578-B7BBBACEBC35}" type="pres">
      <dgm:prSet presAssocID="{7C72383C-85D8-4B9B-969A-24B085C17101}" presName="compNode" presStyleCnt="0"/>
      <dgm:spPr/>
    </dgm:pt>
    <dgm:pt modelId="{4351FAF1-833B-4A43-9B22-9D578EE6AC39}" type="pres">
      <dgm:prSet presAssocID="{7C72383C-85D8-4B9B-969A-24B085C1710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C622A2BF-10DC-4EEE-849F-38D27D86D4EE}" type="pres">
      <dgm:prSet presAssocID="{7C72383C-85D8-4B9B-969A-24B085C17101}" presName="iconSpace" presStyleCnt="0"/>
      <dgm:spPr/>
    </dgm:pt>
    <dgm:pt modelId="{90B1520C-6645-4F27-A14A-2F87C1AADE57}" type="pres">
      <dgm:prSet presAssocID="{7C72383C-85D8-4B9B-969A-24B085C17101}" presName="parTx" presStyleLbl="revTx" presStyleIdx="2" presStyleCnt="4">
        <dgm:presLayoutVars>
          <dgm:chMax val="0"/>
          <dgm:chPref val="0"/>
        </dgm:presLayoutVars>
      </dgm:prSet>
      <dgm:spPr/>
    </dgm:pt>
    <dgm:pt modelId="{59431AAC-64E7-4BDE-BF14-E960E0998D4D}" type="pres">
      <dgm:prSet presAssocID="{7C72383C-85D8-4B9B-969A-24B085C17101}" presName="txSpace" presStyleCnt="0"/>
      <dgm:spPr/>
    </dgm:pt>
    <dgm:pt modelId="{C9D8C910-8D87-4506-AA12-4D29B3CDDC13}" type="pres">
      <dgm:prSet presAssocID="{7C72383C-85D8-4B9B-969A-24B085C17101}" presName="desTx" presStyleLbl="revTx" presStyleIdx="3" presStyleCnt="4">
        <dgm:presLayoutVars/>
      </dgm:prSet>
      <dgm:spPr/>
    </dgm:pt>
  </dgm:ptLst>
  <dgm:cxnLst>
    <dgm:cxn modelId="{22159121-F512-4EA9-BBC8-0F11733CF339}" type="presOf" srcId="{5FA1D196-76A3-448D-AF7C-4CAF80F821DC}" destId="{C9D8C910-8D87-4506-AA12-4D29B3CDDC13}" srcOrd="0" destOrd="0" presId="urn:microsoft.com/office/officeart/2018/2/layout/IconLabelDescriptionList"/>
    <dgm:cxn modelId="{2FA9A82B-4E8D-420F-B269-6ECDBAA692C0}" type="presOf" srcId="{0093268A-619E-4BF6-B0FF-C4BACDC10F0F}" destId="{C9D8C910-8D87-4506-AA12-4D29B3CDDC13}" srcOrd="0" destOrd="2" presId="urn:microsoft.com/office/officeart/2018/2/layout/IconLabelDescriptionList"/>
    <dgm:cxn modelId="{912F4F63-F9D1-4371-8217-8904B35DC89B}" srcId="{58B66D17-74A4-414D-B19B-742ADABDECDD}" destId="{7C72383C-85D8-4B9B-969A-24B085C17101}" srcOrd="1" destOrd="0" parTransId="{99D49D9E-A4AD-42D0-8F6B-868D450D0A84}" sibTransId="{27091B14-9029-44FF-BB02-E56F3CD22E53}"/>
    <dgm:cxn modelId="{0F48A66F-2326-42D3-8E0B-5786A4D75A5E}" type="presOf" srcId="{7C72383C-85D8-4B9B-969A-24B085C17101}" destId="{90B1520C-6645-4F27-A14A-2F87C1AADE57}" srcOrd="0" destOrd="0" presId="urn:microsoft.com/office/officeart/2018/2/layout/IconLabelDescriptionList"/>
    <dgm:cxn modelId="{0E1D0658-A4D7-4998-9200-438A4885EB88}" srcId="{58B66D17-74A4-414D-B19B-742ADABDECDD}" destId="{C0F74B9B-687B-4A81-ACED-FAFE15CAF84F}" srcOrd="0" destOrd="0" parTransId="{EFEC6D13-C646-4764-AB99-18E74A06E8DF}" sibTransId="{49C63CCB-1E9B-4300-9823-149A73F6C973}"/>
    <dgm:cxn modelId="{8E31C19A-8174-4DBB-8F0A-2526B02CB333}" srcId="{7C72383C-85D8-4B9B-969A-24B085C17101}" destId="{0093268A-619E-4BF6-B0FF-C4BACDC10F0F}" srcOrd="2" destOrd="0" parTransId="{13024654-94A4-43B5-8C6C-848D28232D73}" sibTransId="{4E063F70-92EC-4D74-96BE-514BC8ED1120}"/>
    <dgm:cxn modelId="{DDD7819C-2E7A-4DEA-A786-F7EC14EE68E1}" type="presOf" srcId="{C0F74B9B-687B-4A81-ACED-FAFE15CAF84F}" destId="{81E05D2F-7EEA-4186-9246-3C4AAE9CDB6D}" srcOrd="0" destOrd="0" presId="urn:microsoft.com/office/officeart/2018/2/layout/IconLabelDescriptionList"/>
    <dgm:cxn modelId="{9316EC9E-CFDC-485C-B064-DD1CA601996B}" srcId="{7C72383C-85D8-4B9B-969A-24B085C17101}" destId="{5FA1D196-76A3-448D-AF7C-4CAF80F821DC}" srcOrd="0" destOrd="0" parTransId="{52FDEA2A-7642-4821-8692-F32C0CF6DCB9}" sibTransId="{5875DD6B-1B33-4CD3-A11F-6699DAB3033A}"/>
    <dgm:cxn modelId="{7D9851CF-BCE7-46A4-9C82-10887E0039E4}" type="presOf" srcId="{531318BA-F2AD-4F60-AFAC-6301444F20CF}" destId="{C9D8C910-8D87-4506-AA12-4D29B3CDDC13}" srcOrd="0" destOrd="1" presId="urn:microsoft.com/office/officeart/2018/2/layout/IconLabelDescriptionList"/>
    <dgm:cxn modelId="{4D2821F1-E9B9-4B4A-A384-D1A4DEE9B29A}" type="presOf" srcId="{58B66D17-74A4-414D-B19B-742ADABDECDD}" destId="{23FC7365-17B6-467D-BB87-A7DEB1A1FC86}" srcOrd="0" destOrd="0" presId="urn:microsoft.com/office/officeart/2018/2/layout/IconLabelDescriptionList"/>
    <dgm:cxn modelId="{86D234FB-F973-4CAE-8D44-967BE875C506}" srcId="{7C72383C-85D8-4B9B-969A-24B085C17101}" destId="{531318BA-F2AD-4F60-AFAC-6301444F20CF}" srcOrd="1" destOrd="0" parTransId="{476D3283-772E-49C8-B20F-A8EC1D76A286}" sibTransId="{14581180-A186-46D1-8293-173F9BD4E068}"/>
    <dgm:cxn modelId="{FB75F7E0-FB62-4A44-9C4D-26E6362E903F}" type="presParOf" srcId="{23FC7365-17B6-467D-BB87-A7DEB1A1FC86}" destId="{3A50B048-84D4-4443-B09E-47346B35CC01}" srcOrd="0" destOrd="0" presId="urn:microsoft.com/office/officeart/2018/2/layout/IconLabelDescriptionList"/>
    <dgm:cxn modelId="{549F7F86-2907-4D49-82E7-742BF50D880D}" type="presParOf" srcId="{3A50B048-84D4-4443-B09E-47346B35CC01}" destId="{26F23115-8D6D-4DA7-9511-F4B2310A8527}" srcOrd="0" destOrd="0" presId="urn:microsoft.com/office/officeart/2018/2/layout/IconLabelDescriptionList"/>
    <dgm:cxn modelId="{2F1F605D-1733-49FD-930E-3680F4A5FB5F}" type="presParOf" srcId="{3A50B048-84D4-4443-B09E-47346B35CC01}" destId="{2C564149-C0D9-4936-A0C8-C009176C6E66}" srcOrd="1" destOrd="0" presId="urn:microsoft.com/office/officeart/2018/2/layout/IconLabelDescriptionList"/>
    <dgm:cxn modelId="{BCF44ECC-D23C-466D-AFFB-3ABB70AC52AF}" type="presParOf" srcId="{3A50B048-84D4-4443-B09E-47346B35CC01}" destId="{81E05D2F-7EEA-4186-9246-3C4AAE9CDB6D}" srcOrd="2" destOrd="0" presId="urn:microsoft.com/office/officeart/2018/2/layout/IconLabelDescriptionList"/>
    <dgm:cxn modelId="{B5C1AEE5-B09C-44FF-9FF3-83386AAFF153}" type="presParOf" srcId="{3A50B048-84D4-4443-B09E-47346B35CC01}" destId="{1EFDBF36-0A0B-42D0-895E-041918DF9418}" srcOrd="3" destOrd="0" presId="urn:microsoft.com/office/officeart/2018/2/layout/IconLabelDescriptionList"/>
    <dgm:cxn modelId="{294EAD8B-3AD0-45CA-9F2B-322F31B14259}" type="presParOf" srcId="{3A50B048-84D4-4443-B09E-47346B35CC01}" destId="{956FDC5B-2A25-4980-9907-F20A16DD8A04}" srcOrd="4" destOrd="0" presId="urn:microsoft.com/office/officeart/2018/2/layout/IconLabelDescriptionList"/>
    <dgm:cxn modelId="{E37AABB5-6E4E-4AD8-A57A-142840699928}" type="presParOf" srcId="{23FC7365-17B6-467D-BB87-A7DEB1A1FC86}" destId="{18E7CD96-A7B0-4717-8C4E-5FF38890AC3F}" srcOrd="1" destOrd="0" presId="urn:microsoft.com/office/officeart/2018/2/layout/IconLabelDescriptionList"/>
    <dgm:cxn modelId="{3FC1EF16-02AA-4994-BAF8-2EF3AB0BE4F2}" type="presParOf" srcId="{23FC7365-17B6-467D-BB87-A7DEB1A1FC86}" destId="{793BE9DC-F0FD-419D-8578-B7BBBACEBC35}" srcOrd="2" destOrd="0" presId="urn:microsoft.com/office/officeart/2018/2/layout/IconLabelDescriptionList"/>
    <dgm:cxn modelId="{82AF60A1-57D6-464F-B702-4336AD53811E}" type="presParOf" srcId="{793BE9DC-F0FD-419D-8578-B7BBBACEBC35}" destId="{4351FAF1-833B-4A43-9B22-9D578EE6AC39}" srcOrd="0" destOrd="0" presId="urn:microsoft.com/office/officeart/2018/2/layout/IconLabelDescriptionList"/>
    <dgm:cxn modelId="{9715A0B1-3F09-4C9C-B0F1-F135210A10B0}" type="presParOf" srcId="{793BE9DC-F0FD-419D-8578-B7BBBACEBC35}" destId="{C622A2BF-10DC-4EEE-849F-38D27D86D4EE}" srcOrd="1" destOrd="0" presId="urn:microsoft.com/office/officeart/2018/2/layout/IconLabelDescriptionList"/>
    <dgm:cxn modelId="{DE03F6AD-DA47-420A-B4FA-C8018673224B}" type="presParOf" srcId="{793BE9DC-F0FD-419D-8578-B7BBBACEBC35}" destId="{90B1520C-6645-4F27-A14A-2F87C1AADE57}" srcOrd="2" destOrd="0" presId="urn:microsoft.com/office/officeart/2018/2/layout/IconLabelDescriptionList"/>
    <dgm:cxn modelId="{FA26D59B-2EFD-4B04-8782-708DD36A0F94}" type="presParOf" srcId="{793BE9DC-F0FD-419D-8578-B7BBBACEBC35}" destId="{59431AAC-64E7-4BDE-BF14-E960E0998D4D}" srcOrd="3" destOrd="0" presId="urn:microsoft.com/office/officeart/2018/2/layout/IconLabelDescriptionList"/>
    <dgm:cxn modelId="{B5B018A0-CFDF-4A4A-B2F4-FFB21EAA4FD0}" type="presParOf" srcId="{793BE9DC-F0FD-419D-8578-B7BBBACEBC35}" destId="{C9D8C910-8D87-4506-AA12-4D29B3CDDC1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A3E7476-92E7-44EC-86BF-BA6DC1B1FA4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AC05C5-3E43-4F42-85B9-0965C04DDEC2}">
      <dgm:prSet custT="1"/>
      <dgm:spPr/>
      <dgm:t>
        <a:bodyPr/>
        <a:lstStyle/>
        <a:p>
          <a:r>
            <a:rPr lang="en-US" sz="2700" b="0" i="0" dirty="0"/>
            <a:t>• </a:t>
          </a:r>
          <a:r>
            <a:rPr lang="en-US" sz="2400" b="0" i="0" dirty="0"/>
            <a:t>Integrating ML with Django backend</a:t>
          </a:r>
          <a:endParaRPr lang="en-US" sz="2400" dirty="0"/>
        </a:p>
      </dgm:t>
    </dgm:pt>
    <dgm:pt modelId="{C56FC761-A00F-4EC5-B29A-70C396C49C77}" type="parTrans" cxnId="{A97EFC8C-D18B-45AE-9C4A-87F1D1F6D8ED}">
      <dgm:prSet/>
      <dgm:spPr/>
      <dgm:t>
        <a:bodyPr/>
        <a:lstStyle/>
        <a:p>
          <a:endParaRPr lang="en-US"/>
        </a:p>
      </dgm:t>
    </dgm:pt>
    <dgm:pt modelId="{2DB9162F-7CC9-41B2-AFF8-8347E123ECCC}" type="sibTrans" cxnId="{A97EFC8C-D18B-45AE-9C4A-87F1D1F6D8ED}">
      <dgm:prSet/>
      <dgm:spPr/>
      <dgm:t>
        <a:bodyPr/>
        <a:lstStyle/>
        <a:p>
          <a:endParaRPr lang="en-US"/>
        </a:p>
      </dgm:t>
    </dgm:pt>
    <dgm:pt modelId="{5A5C9679-FCBA-4201-9228-9663563107E3}">
      <dgm:prSet custT="1"/>
      <dgm:spPr/>
      <dgm:t>
        <a:bodyPr/>
        <a:lstStyle/>
        <a:p>
          <a:r>
            <a:rPr lang="en-US" sz="2400" b="0" i="0" dirty="0"/>
            <a:t>• Ensuring security for user data</a:t>
          </a:r>
          <a:endParaRPr lang="en-US" sz="2400" dirty="0"/>
        </a:p>
      </dgm:t>
    </dgm:pt>
    <dgm:pt modelId="{E36C06FE-426D-40A4-BD6F-C57A5597F19C}" type="parTrans" cxnId="{62DD8C1A-D3F9-4660-88EC-0283A9C1A4F1}">
      <dgm:prSet/>
      <dgm:spPr/>
      <dgm:t>
        <a:bodyPr/>
        <a:lstStyle/>
        <a:p>
          <a:endParaRPr lang="en-US"/>
        </a:p>
      </dgm:t>
    </dgm:pt>
    <dgm:pt modelId="{89B06AFF-1E3E-4604-94C2-F29E17A260AC}" type="sibTrans" cxnId="{62DD8C1A-D3F9-4660-88EC-0283A9C1A4F1}">
      <dgm:prSet/>
      <dgm:spPr/>
      <dgm:t>
        <a:bodyPr/>
        <a:lstStyle/>
        <a:p>
          <a:endParaRPr lang="en-US"/>
        </a:p>
      </dgm:t>
    </dgm:pt>
    <dgm:pt modelId="{2C8D01FE-E9EF-4EBC-9083-869E0359356F}">
      <dgm:prSet custT="1"/>
      <dgm:spPr/>
      <dgm:t>
        <a:bodyPr/>
        <a:lstStyle/>
        <a:p>
          <a:r>
            <a:rPr lang="en-US" sz="2400" b="0" i="0" dirty="0"/>
            <a:t>• Learned full-stack development using Django</a:t>
          </a:r>
          <a:endParaRPr lang="en-US" sz="2400" dirty="0"/>
        </a:p>
      </dgm:t>
    </dgm:pt>
    <dgm:pt modelId="{B38CA201-FE35-4B31-A5D0-D5890F89DEEF}" type="parTrans" cxnId="{5F42AA9C-F426-4CF9-BDDE-A73EEBB6B554}">
      <dgm:prSet/>
      <dgm:spPr/>
      <dgm:t>
        <a:bodyPr/>
        <a:lstStyle/>
        <a:p>
          <a:endParaRPr lang="en-US"/>
        </a:p>
      </dgm:t>
    </dgm:pt>
    <dgm:pt modelId="{D983B799-9CBF-4682-8805-121014EE85FC}" type="sibTrans" cxnId="{5F42AA9C-F426-4CF9-BDDE-A73EEBB6B554}">
      <dgm:prSet/>
      <dgm:spPr/>
      <dgm:t>
        <a:bodyPr/>
        <a:lstStyle/>
        <a:p>
          <a:endParaRPr lang="en-US"/>
        </a:p>
      </dgm:t>
    </dgm:pt>
    <dgm:pt modelId="{580BF787-79A3-4505-B8A1-1E909D153CFD}">
      <dgm:prSet custT="1"/>
      <dgm:spPr/>
      <dgm:t>
        <a:bodyPr/>
        <a:lstStyle/>
        <a:p>
          <a:r>
            <a:rPr lang="en-US" sz="2400" b="0" i="0" dirty="0"/>
            <a:t>• Gained insights into model deployment</a:t>
          </a:r>
          <a:endParaRPr lang="en-US" sz="2400" dirty="0"/>
        </a:p>
      </dgm:t>
    </dgm:pt>
    <dgm:pt modelId="{9D4772F8-0239-4E98-AB75-5B5056C8CD0B}" type="parTrans" cxnId="{20AD09D0-F9F9-40BC-A4A7-561F3E928876}">
      <dgm:prSet/>
      <dgm:spPr/>
      <dgm:t>
        <a:bodyPr/>
        <a:lstStyle/>
        <a:p>
          <a:endParaRPr lang="en-US"/>
        </a:p>
      </dgm:t>
    </dgm:pt>
    <dgm:pt modelId="{61016B5D-DFCA-4B04-840B-7DBFDA9D2652}" type="sibTrans" cxnId="{20AD09D0-F9F9-40BC-A4A7-561F3E928876}">
      <dgm:prSet/>
      <dgm:spPr/>
      <dgm:t>
        <a:bodyPr/>
        <a:lstStyle/>
        <a:p>
          <a:endParaRPr lang="en-US"/>
        </a:p>
      </dgm:t>
    </dgm:pt>
    <dgm:pt modelId="{521638BF-1261-4E9F-AAB7-4E029E1773D1}" type="pres">
      <dgm:prSet presAssocID="{7A3E7476-92E7-44EC-86BF-BA6DC1B1FA45}" presName="linear" presStyleCnt="0">
        <dgm:presLayoutVars>
          <dgm:animLvl val="lvl"/>
          <dgm:resizeHandles val="exact"/>
        </dgm:presLayoutVars>
      </dgm:prSet>
      <dgm:spPr/>
    </dgm:pt>
    <dgm:pt modelId="{004DCE0C-0F11-4EEA-AB40-1467ED5C55F8}" type="pres">
      <dgm:prSet presAssocID="{F3AC05C5-3E43-4F42-85B9-0965C04DDE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244650-CC4C-4E35-AAB0-93EDECE3B9F7}" type="pres">
      <dgm:prSet presAssocID="{2DB9162F-7CC9-41B2-AFF8-8347E123ECCC}" presName="spacer" presStyleCnt="0"/>
      <dgm:spPr/>
    </dgm:pt>
    <dgm:pt modelId="{4F2E1373-40C3-4F4B-BDB7-C2617D70D60D}" type="pres">
      <dgm:prSet presAssocID="{5A5C9679-FCBA-4201-9228-9663563107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D14758-6566-4902-9622-DB65C6F5A689}" type="pres">
      <dgm:prSet presAssocID="{89B06AFF-1E3E-4604-94C2-F29E17A260AC}" presName="spacer" presStyleCnt="0"/>
      <dgm:spPr/>
    </dgm:pt>
    <dgm:pt modelId="{67D283FB-CB23-4844-9787-E7ACDF0AE3EF}" type="pres">
      <dgm:prSet presAssocID="{2C8D01FE-E9EF-4EBC-9083-869E035935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A03BBC-C55A-4C2C-8E2B-72F7ECF312D9}" type="pres">
      <dgm:prSet presAssocID="{D983B799-9CBF-4682-8805-121014EE85FC}" presName="spacer" presStyleCnt="0"/>
      <dgm:spPr/>
    </dgm:pt>
    <dgm:pt modelId="{6E3508E6-CBBB-4B0B-8576-BAD8A8062422}" type="pres">
      <dgm:prSet presAssocID="{580BF787-79A3-4505-B8A1-1E909D153C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2DD8C1A-D3F9-4660-88EC-0283A9C1A4F1}" srcId="{7A3E7476-92E7-44EC-86BF-BA6DC1B1FA45}" destId="{5A5C9679-FCBA-4201-9228-9663563107E3}" srcOrd="1" destOrd="0" parTransId="{E36C06FE-426D-40A4-BD6F-C57A5597F19C}" sibTransId="{89B06AFF-1E3E-4604-94C2-F29E17A260AC}"/>
    <dgm:cxn modelId="{C7080236-2586-4F4B-91C0-ABD769E0F196}" type="presOf" srcId="{7A3E7476-92E7-44EC-86BF-BA6DC1B1FA45}" destId="{521638BF-1261-4E9F-AAB7-4E029E1773D1}" srcOrd="0" destOrd="0" presId="urn:microsoft.com/office/officeart/2005/8/layout/vList2"/>
    <dgm:cxn modelId="{A97EFC8C-D18B-45AE-9C4A-87F1D1F6D8ED}" srcId="{7A3E7476-92E7-44EC-86BF-BA6DC1B1FA45}" destId="{F3AC05C5-3E43-4F42-85B9-0965C04DDEC2}" srcOrd="0" destOrd="0" parTransId="{C56FC761-A00F-4EC5-B29A-70C396C49C77}" sibTransId="{2DB9162F-7CC9-41B2-AFF8-8347E123ECCC}"/>
    <dgm:cxn modelId="{5F42AA9C-F426-4CF9-BDDE-A73EEBB6B554}" srcId="{7A3E7476-92E7-44EC-86BF-BA6DC1B1FA45}" destId="{2C8D01FE-E9EF-4EBC-9083-869E0359356F}" srcOrd="2" destOrd="0" parTransId="{B38CA201-FE35-4B31-A5D0-D5890F89DEEF}" sibTransId="{D983B799-9CBF-4682-8805-121014EE85FC}"/>
    <dgm:cxn modelId="{D6F35EA3-C229-43F9-9009-9D140A6E50E9}" type="presOf" srcId="{2C8D01FE-E9EF-4EBC-9083-869E0359356F}" destId="{67D283FB-CB23-4844-9787-E7ACDF0AE3EF}" srcOrd="0" destOrd="0" presId="urn:microsoft.com/office/officeart/2005/8/layout/vList2"/>
    <dgm:cxn modelId="{748CCBAF-027C-4077-B6DF-21D693C0A5AA}" type="presOf" srcId="{5A5C9679-FCBA-4201-9228-9663563107E3}" destId="{4F2E1373-40C3-4F4B-BDB7-C2617D70D60D}" srcOrd="0" destOrd="0" presId="urn:microsoft.com/office/officeart/2005/8/layout/vList2"/>
    <dgm:cxn modelId="{9C2F31B9-1460-4B89-BC3C-FB5CAC452F2C}" type="presOf" srcId="{F3AC05C5-3E43-4F42-85B9-0965C04DDEC2}" destId="{004DCE0C-0F11-4EEA-AB40-1467ED5C55F8}" srcOrd="0" destOrd="0" presId="urn:microsoft.com/office/officeart/2005/8/layout/vList2"/>
    <dgm:cxn modelId="{8C705BBC-CD60-4D7A-A471-9D2EA67D1F29}" type="presOf" srcId="{580BF787-79A3-4505-B8A1-1E909D153CFD}" destId="{6E3508E6-CBBB-4B0B-8576-BAD8A8062422}" srcOrd="0" destOrd="0" presId="urn:microsoft.com/office/officeart/2005/8/layout/vList2"/>
    <dgm:cxn modelId="{20AD09D0-F9F9-40BC-A4A7-561F3E928876}" srcId="{7A3E7476-92E7-44EC-86BF-BA6DC1B1FA45}" destId="{580BF787-79A3-4505-B8A1-1E909D153CFD}" srcOrd="3" destOrd="0" parTransId="{9D4772F8-0239-4E98-AB75-5B5056C8CD0B}" sibTransId="{61016B5D-DFCA-4B04-840B-7DBFDA9D2652}"/>
    <dgm:cxn modelId="{3BFD7166-ADE3-4CDD-89C8-BEA1C0FB056D}" type="presParOf" srcId="{521638BF-1261-4E9F-AAB7-4E029E1773D1}" destId="{004DCE0C-0F11-4EEA-AB40-1467ED5C55F8}" srcOrd="0" destOrd="0" presId="urn:microsoft.com/office/officeart/2005/8/layout/vList2"/>
    <dgm:cxn modelId="{AAE12E30-FD72-41F2-8C0D-C32D28C71364}" type="presParOf" srcId="{521638BF-1261-4E9F-AAB7-4E029E1773D1}" destId="{2F244650-CC4C-4E35-AAB0-93EDECE3B9F7}" srcOrd="1" destOrd="0" presId="urn:microsoft.com/office/officeart/2005/8/layout/vList2"/>
    <dgm:cxn modelId="{CE8C1CC6-174E-49B0-AB85-E9110F20834D}" type="presParOf" srcId="{521638BF-1261-4E9F-AAB7-4E029E1773D1}" destId="{4F2E1373-40C3-4F4B-BDB7-C2617D70D60D}" srcOrd="2" destOrd="0" presId="urn:microsoft.com/office/officeart/2005/8/layout/vList2"/>
    <dgm:cxn modelId="{8FA9B3FE-CC8B-4DB8-B337-9B0AFF91F505}" type="presParOf" srcId="{521638BF-1261-4E9F-AAB7-4E029E1773D1}" destId="{C9D14758-6566-4902-9622-DB65C6F5A689}" srcOrd="3" destOrd="0" presId="urn:microsoft.com/office/officeart/2005/8/layout/vList2"/>
    <dgm:cxn modelId="{D8704EDB-FBAA-4418-A231-E652DBC30FA5}" type="presParOf" srcId="{521638BF-1261-4E9F-AAB7-4E029E1773D1}" destId="{67D283FB-CB23-4844-9787-E7ACDF0AE3EF}" srcOrd="4" destOrd="0" presId="urn:microsoft.com/office/officeart/2005/8/layout/vList2"/>
    <dgm:cxn modelId="{A8911CF6-B721-4600-B363-A86F2586341A}" type="presParOf" srcId="{521638BF-1261-4E9F-AAB7-4E029E1773D1}" destId="{4EA03BBC-C55A-4C2C-8E2B-72F7ECF312D9}" srcOrd="5" destOrd="0" presId="urn:microsoft.com/office/officeart/2005/8/layout/vList2"/>
    <dgm:cxn modelId="{572467AF-A66F-4EB6-A3D7-69FF1C706424}" type="presParOf" srcId="{521638BF-1261-4E9F-AAB7-4E029E1773D1}" destId="{6E3508E6-CBBB-4B0B-8576-BAD8A806242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721B4CF-C5BC-41E9-BF68-F58ECCE7102A}" type="doc">
      <dgm:prSet loTypeId="urn:microsoft.com/office/officeart/2005/8/layout/vProcess5" loCatId="process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A0B6D57D-57FF-4C3A-A131-BA0C76FB9841}">
      <dgm:prSet custT="1"/>
      <dgm:spPr/>
      <dgm:t>
        <a:bodyPr/>
        <a:lstStyle/>
        <a:p>
          <a:r>
            <a:rPr lang="en-US" sz="1300" b="0" i="0" dirty="0"/>
            <a:t>• </a:t>
          </a:r>
          <a:r>
            <a:rPr lang="en-US" sz="1600" b="0" i="0" dirty="0"/>
            <a:t>API development for third-party integration</a:t>
          </a:r>
          <a:endParaRPr lang="en-US" sz="1600" dirty="0"/>
        </a:p>
      </dgm:t>
    </dgm:pt>
    <dgm:pt modelId="{A060F8A1-14A4-4497-971C-380F7564DE5F}" type="parTrans" cxnId="{1DC2FE0E-5372-447B-874F-A5843733A288}">
      <dgm:prSet/>
      <dgm:spPr/>
      <dgm:t>
        <a:bodyPr/>
        <a:lstStyle/>
        <a:p>
          <a:endParaRPr lang="en-US"/>
        </a:p>
      </dgm:t>
    </dgm:pt>
    <dgm:pt modelId="{CCF8BD6A-2617-4AEA-A829-1F31EB9D9CFE}" type="sibTrans" cxnId="{1DC2FE0E-5372-447B-874F-A5843733A288}">
      <dgm:prSet/>
      <dgm:spPr/>
      <dgm:t>
        <a:bodyPr/>
        <a:lstStyle/>
        <a:p>
          <a:endParaRPr lang="en-US"/>
        </a:p>
      </dgm:t>
    </dgm:pt>
    <dgm:pt modelId="{F6E41EBE-61A8-43CC-A3B4-8F88FD770360}">
      <dgm:prSet custT="1"/>
      <dgm:spPr/>
      <dgm:t>
        <a:bodyPr/>
        <a:lstStyle/>
        <a:p>
          <a:r>
            <a:rPr lang="en-US" sz="1600" b="0" i="0" dirty="0"/>
            <a:t>• Deployment to cloud (AWS, Heroku)</a:t>
          </a:r>
          <a:endParaRPr lang="en-US" sz="1600" dirty="0"/>
        </a:p>
      </dgm:t>
    </dgm:pt>
    <dgm:pt modelId="{91C9E8E5-493D-4B6A-8210-D09170E950ED}" type="parTrans" cxnId="{EAFAF82B-B621-4267-89EE-BDA1ED7684AF}">
      <dgm:prSet/>
      <dgm:spPr/>
      <dgm:t>
        <a:bodyPr/>
        <a:lstStyle/>
        <a:p>
          <a:endParaRPr lang="en-US"/>
        </a:p>
      </dgm:t>
    </dgm:pt>
    <dgm:pt modelId="{1ED72989-24F7-4AE0-82EC-ADBDF27C4DB4}" type="sibTrans" cxnId="{EAFAF82B-B621-4267-89EE-BDA1ED7684AF}">
      <dgm:prSet/>
      <dgm:spPr/>
      <dgm:t>
        <a:bodyPr/>
        <a:lstStyle/>
        <a:p>
          <a:endParaRPr lang="en-US"/>
        </a:p>
      </dgm:t>
    </dgm:pt>
    <dgm:pt modelId="{C40C4005-0784-4628-B611-ACB414152979}">
      <dgm:prSet custT="1"/>
      <dgm:spPr/>
      <dgm:t>
        <a:bodyPr/>
        <a:lstStyle/>
        <a:p>
          <a:r>
            <a:rPr lang="en-US" sz="1600" b="0" i="0" dirty="0"/>
            <a:t>• Real-time analytics and visualizations</a:t>
          </a:r>
          <a:endParaRPr lang="en-US" sz="1600" dirty="0"/>
        </a:p>
      </dgm:t>
    </dgm:pt>
    <dgm:pt modelId="{3B63AA93-483B-41E4-960E-9B0013B3948E}" type="parTrans" cxnId="{FBE74EF1-71E2-4850-9990-2E1D503390CF}">
      <dgm:prSet/>
      <dgm:spPr/>
      <dgm:t>
        <a:bodyPr/>
        <a:lstStyle/>
        <a:p>
          <a:endParaRPr lang="en-US"/>
        </a:p>
      </dgm:t>
    </dgm:pt>
    <dgm:pt modelId="{58990113-67FC-4988-9A05-AE71C23F090B}" type="sibTrans" cxnId="{FBE74EF1-71E2-4850-9990-2E1D503390CF}">
      <dgm:prSet/>
      <dgm:spPr/>
      <dgm:t>
        <a:bodyPr/>
        <a:lstStyle/>
        <a:p>
          <a:endParaRPr lang="en-US"/>
        </a:p>
      </dgm:t>
    </dgm:pt>
    <dgm:pt modelId="{F77F38B3-7A85-492D-B87E-76AA72BCAA43}">
      <dgm:prSet custT="1"/>
      <dgm:spPr/>
      <dgm:t>
        <a:bodyPr/>
        <a:lstStyle/>
        <a:p>
          <a:r>
            <a:rPr lang="en-US" sz="1600" b="0" i="0" dirty="0"/>
            <a:t>• Switch to PostgreSQL for scalability</a:t>
          </a:r>
          <a:endParaRPr lang="en-US" sz="1600" dirty="0"/>
        </a:p>
      </dgm:t>
    </dgm:pt>
    <dgm:pt modelId="{DD4A405A-7D2C-4E8C-9356-1E25062659B2}" type="parTrans" cxnId="{642C5BCA-14F4-410D-84A6-83F38F286D04}">
      <dgm:prSet/>
      <dgm:spPr/>
      <dgm:t>
        <a:bodyPr/>
        <a:lstStyle/>
        <a:p>
          <a:endParaRPr lang="en-US"/>
        </a:p>
      </dgm:t>
    </dgm:pt>
    <dgm:pt modelId="{F947377C-5206-43E4-B1B9-56E1D5E16E9B}" type="sibTrans" cxnId="{642C5BCA-14F4-410D-84A6-83F38F286D04}">
      <dgm:prSet/>
      <dgm:spPr/>
      <dgm:t>
        <a:bodyPr/>
        <a:lstStyle/>
        <a:p>
          <a:endParaRPr lang="en-US"/>
        </a:p>
      </dgm:t>
    </dgm:pt>
    <dgm:pt modelId="{AF818ADD-6FAF-403B-A89E-CA162FA33A72}" type="pres">
      <dgm:prSet presAssocID="{7721B4CF-C5BC-41E9-BF68-F58ECCE7102A}" presName="outerComposite" presStyleCnt="0">
        <dgm:presLayoutVars>
          <dgm:chMax val="5"/>
          <dgm:dir/>
          <dgm:resizeHandles val="exact"/>
        </dgm:presLayoutVars>
      </dgm:prSet>
      <dgm:spPr/>
    </dgm:pt>
    <dgm:pt modelId="{46676F73-C73C-42D6-A758-B27585114B31}" type="pres">
      <dgm:prSet presAssocID="{7721B4CF-C5BC-41E9-BF68-F58ECCE7102A}" presName="dummyMaxCanvas" presStyleCnt="0">
        <dgm:presLayoutVars/>
      </dgm:prSet>
      <dgm:spPr/>
    </dgm:pt>
    <dgm:pt modelId="{BD6C5862-CD14-4A3B-9669-3A68F866B197}" type="pres">
      <dgm:prSet presAssocID="{7721B4CF-C5BC-41E9-BF68-F58ECCE7102A}" presName="FourNodes_1" presStyleLbl="node1" presStyleIdx="0" presStyleCnt="4">
        <dgm:presLayoutVars>
          <dgm:bulletEnabled val="1"/>
        </dgm:presLayoutVars>
      </dgm:prSet>
      <dgm:spPr/>
    </dgm:pt>
    <dgm:pt modelId="{BDB97ACC-FF23-49FB-9725-04F863569CF1}" type="pres">
      <dgm:prSet presAssocID="{7721B4CF-C5BC-41E9-BF68-F58ECCE7102A}" presName="FourNodes_2" presStyleLbl="node1" presStyleIdx="1" presStyleCnt="4">
        <dgm:presLayoutVars>
          <dgm:bulletEnabled val="1"/>
        </dgm:presLayoutVars>
      </dgm:prSet>
      <dgm:spPr/>
    </dgm:pt>
    <dgm:pt modelId="{6F3E7A6B-FDD3-4A58-8D14-9DFBE1C1D1D3}" type="pres">
      <dgm:prSet presAssocID="{7721B4CF-C5BC-41E9-BF68-F58ECCE7102A}" presName="FourNodes_3" presStyleLbl="node1" presStyleIdx="2" presStyleCnt="4">
        <dgm:presLayoutVars>
          <dgm:bulletEnabled val="1"/>
        </dgm:presLayoutVars>
      </dgm:prSet>
      <dgm:spPr/>
    </dgm:pt>
    <dgm:pt modelId="{A45A5E68-792E-4206-AE96-7E7668A4D144}" type="pres">
      <dgm:prSet presAssocID="{7721B4CF-C5BC-41E9-BF68-F58ECCE7102A}" presName="FourNodes_4" presStyleLbl="node1" presStyleIdx="3" presStyleCnt="4">
        <dgm:presLayoutVars>
          <dgm:bulletEnabled val="1"/>
        </dgm:presLayoutVars>
      </dgm:prSet>
      <dgm:spPr/>
    </dgm:pt>
    <dgm:pt modelId="{5BF78F12-A68C-4791-BA98-7F980AF9EC94}" type="pres">
      <dgm:prSet presAssocID="{7721B4CF-C5BC-41E9-BF68-F58ECCE7102A}" presName="FourConn_1-2" presStyleLbl="fgAccFollowNode1" presStyleIdx="0" presStyleCnt="3">
        <dgm:presLayoutVars>
          <dgm:bulletEnabled val="1"/>
        </dgm:presLayoutVars>
      </dgm:prSet>
      <dgm:spPr/>
    </dgm:pt>
    <dgm:pt modelId="{E8FE2371-E727-4211-8F4A-166B640D96EA}" type="pres">
      <dgm:prSet presAssocID="{7721B4CF-C5BC-41E9-BF68-F58ECCE7102A}" presName="FourConn_2-3" presStyleLbl="fgAccFollowNode1" presStyleIdx="1" presStyleCnt="3">
        <dgm:presLayoutVars>
          <dgm:bulletEnabled val="1"/>
        </dgm:presLayoutVars>
      </dgm:prSet>
      <dgm:spPr/>
    </dgm:pt>
    <dgm:pt modelId="{7C4D577D-B78F-4041-9DB6-629895982B6E}" type="pres">
      <dgm:prSet presAssocID="{7721B4CF-C5BC-41E9-BF68-F58ECCE7102A}" presName="FourConn_3-4" presStyleLbl="fgAccFollowNode1" presStyleIdx="2" presStyleCnt="3">
        <dgm:presLayoutVars>
          <dgm:bulletEnabled val="1"/>
        </dgm:presLayoutVars>
      </dgm:prSet>
      <dgm:spPr/>
    </dgm:pt>
    <dgm:pt modelId="{4B5CCCE2-E97C-4DCE-B913-7960DC652BF6}" type="pres">
      <dgm:prSet presAssocID="{7721B4CF-C5BC-41E9-BF68-F58ECCE7102A}" presName="FourNodes_1_text" presStyleLbl="node1" presStyleIdx="3" presStyleCnt="4">
        <dgm:presLayoutVars>
          <dgm:bulletEnabled val="1"/>
        </dgm:presLayoutVars>
      </dgm:prSet>
      <dgm:spPr/>
    </dgm:pt>
    <dgm:pt modelId="{0374B78A-53D8-44A7-A31F-A4E743D3D6FA}" type="pres">
      <dgm:prSet presAssocID="{7721B4CF-C5BC-41E9-BF68-F58ECCE7102A}" presName="FourNodes_2_text" presStyleLbl="node1" presStyleIdx="3" presStyleCnt="4">
        <dgm:presLayoutVars>
          <dgm:bulletEnabled val="1"/>
        </dgm:presLayoutVars>
      </dgm:prSet>
      <dgm:spPr/>
    </dgm:pt>
    <dgm:pt modelId="{859845D3-DFE7-49ED-B3BB-864D364B540F}" type="pres">
      <dgm:prSet presAssocID="{7721B4CF-C5BC-41E9-BF68-F58ECCE7102A}" presName="FourNodes_3_text" presStyleLbl="node1" presStyleIdx="3" presStyleCnt="4">
        <dgm:presLayoutVars>
          <dgm:bulletEnabled val="1"/>
        </dgm:presLayoutVars>
      </dgm:prSet>
      <dgm:spPr/>
    </dgm:pt>
    <dgm:pt modelId="{0A8F1FC6-90D9-461F-80D4-EDF0282A15BC}" type="pres">
      <dgm:prSet presAssocID="{7721B4CF-C5BC-41E9-BF68-F58ECCE7102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5837C07-B454-4B8B-858E-4B230C5F8FB2}" type="presOf" srcId="{C40C4005-0784-4628-B611-ACB414152979}" destId="{6F3E7A6B-FDD3-4A58-8D14-9DFBE1C1D1D3}" srcOrd="0" destOrd="0" presId="urn:microsoft.com/office/officeart/2005/8/layout/vProcess5"/>
    <dgm:cxn modelId="{D0E6AD0E-608F-4FC1-9506-345047E11E37}" type="presOf" srcId="{A0B6D57D-57FF-4C3A-A131-BA0C76FB9841}" destId="{4B5CCCE2-E97C-4DCE-B913-7960DC652BF6}" srcOrd="1" destOrd="0" presId="urn:microsoft.com/office/officeart/2005/8/layout/vProcess5"/>
    <dgm:cxn modelId="{1DC2FE0E-5372-447B-874F-A5843733A288}" srcId="{7721B4CF-C5BC-41E9-BF68-F58ECCE7102A}" destId="{A0B6D57D-57FF-4C3A-A131-BA0C76FB9841}" srcOrd="0" destOrd="0" parTransId="{A060F8A1-14A4-4497-971C-380F7564DE5F}" sibTransId="{CCF8BD6A-2617-4AEA-A829-1F31EB9D9CFE}"/>
    <dgm:cxn modelId="{EAFAF82B-B621-4267-89EE-BDA1ED7684AF}" srcId="{7721B4CF-C5BC-41E9-BF68-F58ECCE7102A}" destId="{F6E41EBE-61A8-43CC-A3B4-8F88FD770360}" srcOrd="1" destOrd="0" parTransId="{91C9E8E5-493D-4B6A-8210-D09170E950ED}" sibTransId="{1ED72989-24F7-4AE0-82EC-ADBDF27C4DB4}"/>
    <dgm:cxn modelId="{A094BF2E-2A14-41D5-9D72-31FC56B172A5}" type="presOf" srcId="{C40C4005-0784-4628-B611-ACB414152979}" destId="{859845D3-DFE7-49ED-B3BB-864D364B540F}" srcOrd="1" destOrd="0" presId="urn:microsoft.com/office/officeart/2005/8/layout/vProcess5"/>
    <dgm:cxn modelId="{A0C24E2F-9913-4E11-9D93-D10EB3DB7F95}" type="presOf" srcId="{F6E41EBE-61A8-43CC-A3B4-8F88FD770360}" destId="{BDB97ACC-FF23-49FB-9725-04F863569CF1}" srcOrd="0" destOrd="0" presId="urn:microsoft.com/office/officeart/2005/8/layout/vProcess5"/>
    <dgm:cxn modelId="{DF44A22F-4277-405F-BB99-95691842B4B0}" type="presOf" srcId="{1ED72989-24F7-4AE0-82EC-ADBDF27C4DB4}" destId="{E8FE2371-E727-4211-8F4A-166B640D96EA}" srcOrd="0" destOrd="0" presId="urn:microsoft.com/office/officeart/2005/8/layout/vProcess5"/>
    <dgm:cxn modelId="{95B28930-EE1B-42F5-94E6-56914D24E8A8}" type="presOf" srcId="{CCF8BD6A-2617-4AEA-A829-1F31EB9D9CFE}" destId="{5BF78F12-A68C-4791-BA98-7F980AF9EC94}" srcOrd="0" destOrd="0" presId="urn:microsoft.com/office/officeart/2005/8/layout/vProcess5"/>
    <dgm:cxn modelId="{97A1E04B-1379-409B-83C2-39F186D88F61}" type="presOf" srcId="{F77F38B3-7A85-492D-B87E-76AA72BCAA43}" destId="{A45A5E68-792E-4206-AE96-7E7668A4D144}" srcOrd="0" destOrd="0" presId="urn:microsoft.com/office/officeart/2005/8/layout/vProcess5"/>
    <dgm:cxn modelId="{80FCFB4F-5360-443B-9355-A5076CE787B0}" type="presOf" srcId="{58990113-67FC-4988-9A05-AE71C23F090B}" destId="{7C4D577D-B78F-4041-9DB6-629895982B6E}" srcOrd="0" destOrd="0" presId="urn:microsoft.com/office/officeart/2005/8/layout/vProcess5"/>
    <dgm:cxn modelId="{7B4EE455-F650-4070-A836-F22B1D501477}" type="presOf" srcId="{7721B4CF-C5BC-41E9-BF68-F58ECCE7102A}" destId="{AF818ADD-6FAF-403B-A89E-CA162FA33A72}" srcOrd="0" destOrd="0" presId="urn:microsoft.com/office/officeart/2005/8/layout/vProcess5"/>
    <dgm:cxn modelId="{89899A7F-2EC2-40D1-AE04-1C2D68EF6AF0}" type="presOf" srcId="{F6E41EBE-61A8-43CC-A3B4-8F88FD770360}" destId="{0374B78A-53D8-44A7-A31F-A4E743D3D6FA}" srcOrd="1" destOrd="0" presId="urn:microsoft.com/office/officeart/2005/8/layout/vProcess5"/>
    <dgm:cxn modelId="{058369AF-44B4-4989-8119-69ECA430AB28}" type="presOf" srcId="{F77F38B3-7A85-492D-B87E-76AA72BCAA43}" destId="{0A8F1FC6-90D9-461F-80D4-EDF0282A15BC}" srcOrd="1" destOrd="0" presId="urn:microsoft.com/office/officeart/2005/8/layout/vProcess5"/>
    <dgm:cxn modelId="{642C5BCA-14F4-410D-84A6-83F38F286D04}" srcId="{7721B4CF-C5BC-41E9-BF68-F58ECCE7102A}" destId="{F77F38B3-7A85-492D-B87E-76AA72BCAA43}" srcOrd="3" destOrd="0" parTransId="{DD4A405A-7D2C-4E8C-9356-1E25062659B2}" sibTransId="{F947377C-5206-43E4-B1B9-56E1D5E16E9B}"/>
    <dgm:cxn modelId="{FBE74EF1-71E2-4850-9990-2E1D503390CF}" srcId="{7721B4CF-C5BC-41E9-BF68-F58ECCE7102A}" destId="{C40C4005-0784-4628-B611-ACB414152979}" srcOrd="2" destOrd="0" parTransId="{3B63AA93-483B-41E4-960E-9B0013B3948E}" sibTransId="{58990113-67FC-4988-9A05-AE71C23F090B}"/>
    <dgm:cxn modelId="{2845F4FF-94C3-4E4F-9E90-B1BF74B075D3}" type="presOf" srcId="{A0B6D57D-57FF-4C3A-A131-BA0C76FB9841}" destId="{BD6C5862-CD14-4A3B-9669-3A68F866B197}" srcOrd="0" destOrd="0" presId="urn:microsoft.com/office/officeart/2005/8/layout/vProcess5"/>
    <dgm:cxn modelId="{DE259B15-8A27-42B2-B2CC-52FEB296DE77}" type="presParOf" srcId="{AF818ADD-6FAF-403B-A89E-CA162FA33A72}" destId="{46676F73-C73C-42D6-A758-B27585114B31}" srcOrd="0" destOrd="0" presId="urn:microsoft.com/office/officeart/2005/8/layout/vProcess5"/>
    <dgm:cxn modelId="{D9C9ACD3-7D10-4D55-9372-E81395F0D737}" type="presParOf" srcId="{AF818ADD-6FAF-403B-A89E-CA162FA33A72}" destId="{BD6C5862-CD14-4A3B-9669-3A68F866B197}" srcOrd="1" destOrd="0" presId="urn:microsoft.com/office/officeart/2005/8/layout/vProcess5"/>
    <dgm:cxn modelId="{A9C0D9D1-8C09-43FB-9FF1-982C32D23B79}" type="presParOf" srcId="{AF818ADD-6FAF-403B-A89E-CA162FA33A72}" destId="{BDB97ACC-FF23-49FB-9725-04F863569CF1}" srcOrd="2" destOrd="0" presId="urn:microsoft.com/office/officeart/2005/8/layout/vProcess5"/>
    <dgm:cxn modelId="{8F94E051-A293-44A1-9658-37C07112532D}" type="presParOf" srcId="{AF818ADD-6FAF-403B-A89E-CA162FA33A72}" destId="{6F3E7A6B-FDD3-4A58-8D14-9DFBE1C1D1D3}" srcOrd="3" destOrd="0" presId="urn:microsoft.com/office/officeart/2005/8/layout/vProcess5"/>
    <dgm:cxn modelId="{22607273-A8AA-4592-8B57-FCCA6997065A}" type="presParOf" srcId="{AF818ADD-6FAF-403B-A89E-CA162FA33A72}" destId="{A45A5E68-792E-4206-AE96-7E7668A4D144}" srcOrd="4" destOrd="0" presId="urn:microsoft.com/office/officeart/2005/8/layout/vProcess5"/>
    <dgm:cxn modelId="{3695C963-8F41-44BA-99AE-D6756687AF02}" type="presParOf" srcId="{AF818ADD-6FAF-403B-A89E-CA162FA33A72}" destId="{5BF78F12-A68C-4791-BA98-7F980AF9EC94}" srcOrd="5" destOrd="0" presId="urn:microsoft.com/office/officeart/2005/8/layout/vProcess5"/>
    <dgm:cxn modelId="{55294CF2-B7DF-4288-833B-BB21BBB716E7}" type="presParOf" srcId="{AF818ADD-6FAF-403B-A89E-CA162FA33A72}" destId="{E8FE2371-E727-4211-8F4A-166B640D96EA}" srcOrd="6" destOrd="0" presId="urn:microsoft.com/office/officeart/2005/8/layout/vProcess5"/>
    <dgm:cxn modelId="{D56A5B86-4D82-4572-8AC1-A1F0E6A5EAB4}" type="presParOf" srcId="{AF818ADD-6FAF-403B-A89E-CA162FA33A72}" destId="{7C4D577D-B78F-4041-9DB6-629895982B6E}" srcOrd="7" destOrd="0" presId="urn:microsoft.com/office/officeart/2005/8/layout/vProcess5"/>
    <dgm:cxn modelId="{714B2AC5-E684-4989-A074-EE18A40CAFC4}" type="presParOf" srcId="{AF818ADD-6FAF-403B-A89E-CA162FA33A72}" destId="{4B5CCCE2-E97C-4DCE-B913-7960DC652BF6}" srcOrd="8" destOrd="0" presId="urn:microsoft.com/office/officeart/2005/8/layout/vProcess5"/>
    <dgm:cxn modelId="{1DEC5840-E68E-46E2-83B9-7743A523B127}" type="presParOf" srcId="{AF818ADD-6FAF-403B-A89E-CA162FA33A72}" destId="{0374B78A-53D8-44A7-A31F-A4E743D3D6FA}" srcOrd="9" destOrd="0" presId="urn:microsoft.com/office/officeart/2005/8/layout/vProcess5"/>
    <dgm:cxn modelId="{50D8B074-7AC9-43D4-8378-31099CB2B254}" type="presParOf" srcId="{AF818ADD-6FAF-403B-A89E-CA162FA33A72}" destId="{859845D3-DFE7-49ED-B3BB-864D364B540F}" srcOrd="10" destOrd="0" presId="urn:microsoft.com/office/officeart/2005/8/layout/vProcess5"/>
    <dgm:cxn modelId="{007007B9-5ED1-46B0-9A0E-175888375F4B}" type="presParOf" srcId="{AF818ADD-6FAF-403B-A89E-CA162FA33A72}" destId="{0A8F1FC6-90D9-461F-80D4-EDF0282A15B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C2361-A5EC-430D-A32A-92D6CD10740E}">
      <dsp:nvSpPr>
        <dsp:cNvPr id="0" name=""/>
        <dsp:cNvSpPr/>
      </dsp:nvSpPr>
      <dsp:spPr>
        <a:xfrm>
          <a:off x="729500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EC60A-DBBE-41F1-A9BA-2655FC0C7E04}">
      <dsp:nvSpPr>
        <dsp:cNvPr id="0" name=""/>
        <dsp:cNvSpPr/>
      </dsp:nvSpPr>
      <dsp:spPr>
        <a:xfrm>
          <a:off x="70234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• Manual banking processes are time-consuming and error-prone.</a:t>
          </a:r>
          <a:endParaRPr lang="en-US" sz="1300" kern="1200"/>
        </a:p>
      </dsp:txBody>
      <dsp:txXfrm>
        <a:off x="70234" y="2040315"/>
        <a:ext cx="2397330" cy="720000"/>
      </dsp:txXfrm>
    </dsp:sp>
    <dsp:sp modelId="{78C7D317-4170-40B3-A8B1-4201388F5E4E}">
      <dsp:nvSpPr>
        <dsp:cNvPr id="0" name=""/>
        <dsp:cNvSpPr/>
      </dsp:nvSpPr>
      <dsp:spPr>
        <a:xfrm>
          <a:off x="3546364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E9A08-FC0B-4C71-8160-6392B3E1AF48}">
      <dsp:nvSpPr>
        <dsp:cNvPr id="0" name=""/>
        <dsp:cNvSpPr/>
      </dsp:nvSpPr>
      <dsp:spPr>
        <a:xfrm>
          <a:off x="2887098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• Lack of predictive tools for decision-making in finance.</a:t>
          </a:r>
          <a:endParaRPr lang="en-US" sz="1300" kern="1200"/>
        </a:p>
      </dsp:txBody>
      <dsp:txXfrm>
        <a:off x="2887098" y="2040315"/>
        <a:ext cx="2397330" cy="720000"/>
      </dsp:txXfrm>
    </dsp:sp>
    <dsp:sp modelId="{2471EBD1-9FE4-44AE-A5B4-B5BC4240A0E1}">
      <dsp:nvSpPr>
        <dsp:cNvPr id="0" name=""/>
        <dsp:cNvSpPr/>
      </dsp:nvSpPr>
      <dsp:spPr>
        <a:xfrm>
          <a:off x="6363228" y="643961"/>
          <a:ext cx="1078798" cy="10787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F86B2-A5EB-406B-89DE-83DB3D7695CA}">
      <dsp:nvSpPr>
        <dsp:cNvPr id="0" name=""/>
        <dsp:cNvSpPr/>
      </dsp:nvSpPr>
      <dsp:spPr>
        <a:xfrm>
          <a:off x="5703962" y="2040315"/>
          <a:ext cx="239733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• Need for secure, efficient, and scalable banking solutions.</a:t>
          </a:r>
          <a:endParaRPr lang="en-US" sz="1300" kern="1200"/>
        </a:p>
      </dsp:txBody>
      <dsp:txXfrm>
        <a:off x="5703962" y="2040315"/>
        <a:ext cx="239733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D5C53-D9A5-478D-872E-21F6EED28D19}">
      <dsp:nvSpPr>
        <dsp:cNvPr id="0" name=""/>
        <dsp:cNvSpPr/>
      </dsp:nvSpPr>
      <dsp:spPr>
        <a:xfrm>
          <a:off x="0" y="415"/>
          <a:ext cx="8171528" cy="9724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5C566-2D92-48F4-B6F6-97B5179A2A69}">
      <dsp:nvSpPr>
        <dsp:cNvPr id="0" name=""/>
        <dsp:cNvSpPr/>
      </dsp:nvSpPr>
      <dsp:spPr>
        <a:xfrm>
          <a:off x="294154" y="219208"/>
          <a:ext cx="534827" cy="5348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7471C-144F-4112-8C51-D644232B4D06}">
      <dsp:nvSpPr>
        <dsp:cNvPr id="0" name=""/>
        <dsp:cNvSpPr/>
      </dsp:nvSpPr>
      <dsp:spPr>
        <a:xfrm>
          <a:off x="1123137" y="415"/>
          <a:ext cx="7048390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Web-based system using Django for banking operations.</a:t>
          </a:r>
          <a:endParaRPr lang="en-US" sz="2400" kern="1200"/>
        </a:p>
      </dsp:txBody>
      <dsp:txXfrm>
        <a:off x="1123137" y="415"/>
        <a:ext cx="7048390" cy="972413"/>
      </dsp:txXfrm>
    </dsp:sp>
    <dsp:sp modelId="{301A5202-5732-4CDA-85F9-C5E989849B28}">
      <dsp:nvSpPr>
        <dsp:cNvPr id="0" name=""/>
        <dsp:cNvSpPr/>
      </dsp:nvSpPr>
      <dsp:spPr>
        <a:xfrm>
          <a:off x="0" y="1215931"/>
          <a:ext cx="8171528" cy="9724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6F461D-251D-432F-9E54-9EA362AEFC1A}">
      <dsp:nvSpPr>
        <dsp:cNvPr id="0" name=""/>
        <dsp:cNvSpPr/>
      </dsp:nvSpPr>
      <dsp:spPr>
        <a:xfrm>
          <a:off x="294154" y="1434724"/>
          <a:ext cx="534827" cy="5348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2E4E49-6092-4A4D-9069-ED3E5C954432}">
      <dsp:nvSpPr>
        <dsp:cNvPr id="0" name=""/>
        <dsp:cNvSpPr/>
      </dsp:nvSpPr>
      <dsp:spPr>
        <a:xfrm>
          <a:off x="1123137" y="1215931"/>
          <a:ext cx="7048390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Secure user authentication and role-based access.</a:t>
          </a:r>
          <a:endParaRPr lang="en-US" sz="2400" kern="1200"/>
        </a:p>
      </dsp:txBody>
      <dsp:txXfrm>
        <a:off x="1123137" y="1215931"/>
        <a:ext cx="7048390" cy="972413"/>
      </dsp:txXfrm>
    </dsp:sp>
    <dsp:sp modelId="{59726AE8-1F72-49CC-B61D-828535A45621}">
      <dsp:nvSpPr>
        <dsp:cNvPr id="0" name=""/>
        <dsp:cNvSpPr/>
      </dsp:nvSpPr>
      <dsp:spPr>
        <a:xfrm>
          <a:off x="0" y="2431448"/>
          <a:ext cx="8171528" cy="97241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592E2-773C-40F5-BBC4-BB2BB5BF7F5A}">
      <dsp:nvSpPr>
        <dsp:cNvPr id="0" name=""/>
        <dsp:cNvSpPr/>
      </dsp:nvSpPr>
      <dsp:spPr>
        <a:xfrm>
          <a:off x="294154" y="2650241"/>
          <a:ext cx="534827" cy="5348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B27D1-066E-4FD1-9600-5F413C90B656}">
      <dsp:nvSpPr>
        <dsp:cNvPr id="0" name=""/>
        <dsp:cNvSpPr/>
      </dsp:nvSpPr>
      <dsp:spPr>
        <a:xfrm>
          <a:off x="1123137" y="2431448"/>
          <a:ext cx="7048390" cy="9724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914" tIns="102914" rIns="102914" bIns="10291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• Machine Learning for fraud detection or credit analysis.</a:t>
          </a:r>
          <a:endParaRPr lang="en-US" sz="2400" kern="1200"/>
        </a:p>
      </dsp:txBody>
      <dsp:txXfrm>
        <a:off x="1123137" y="2431448"/>
        <a:ext cx="7048390" cy="9724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E62B6-D9B8-4E19-BC0C-93A4C5F41466}">
      <dsp:nvSpPr>
        <dsp:cNvPr id="0" name=""/>
        <dsp:cNvSpPr/>
      </dsp:nvSpPr>
      <dsp:spPr>
        <a:xfrm>
          <a:off x="0" y="1897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32B0E-A307-4F0D-B30E-39541E1EB14E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C3CBC-C753-4AB8-8469-04081153A62B}">
      <dsp:nvSpPr>
        <dsp:cNvPr id="0" name=""/>
        <dsp:cNvSpPr/>
      </dsp:nvSpPr>
      <dsp:spPr>
        <a:xfrm>
          <a:off x="1110795" y="1897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• User authentication and dashboard</a:t>
          </a:r>
          <a:endParaRPr lang="en-US" sz="2200" kern="1200" dirty="0"/>
        </a:p>
      </dsp:txBody>
      <dsp:txXfrm>
        <a:off x="1110795" y="1897"/>
        <a:ext cx="3761242" cy="961727"/>
      </dsp:txXfrm>
    </dsp:sp>
    <dsp:sp modelId="{BD32341B-48D5-4C1C-86D2-8CD29B41D280}">
      <dsp:nvSpPr>
        <dsp:cNvPr id="0" name=""/>
        <dsp:cNvSpPr/>
      </dsp:nvSpPr>
      <dsp:spPr>
        <a:xfrm>
          <a:off x="0" y="1204056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055BC-3559-4B48-8C6A-46E68184383B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C7171-09E3-49FA-A571-79C927486569}">
      <dsp:nvSpPr>
        <dsp:cNvPr id="0" name=""/>
        <dsp:cNvSpPr/>
      </dsp:nvSpPr>
      <dsp:spPr>
        <a:xfrm>
          <a:off x="1110795" y="1204056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• Transaction and account management</a:t>
          </a:r>
          <a:endParaRPr lang="en-US" sz="2200" kern="1200"/>
        </a:p>
      </dsp:txBody>
      <dsp:txXfrm>
        <a:off x="1110795" y="1204056"/>
        <a:ext cx="3761242" cy="961727"/>
      </dsp:txXfrm>
    </dsp:sp>
    <dsp:sp modelId="{30FE54FE-A184-4937-A356-67D552BF2E23}">
      <dsp:nvSpPr>
        <dsp:cNvPr id="0" name=""/>
        <dsp:cNvSpPr/>
      </dsp:nvSpPr>
      <dsp:spPr>
        <a:xfrm>
          <a:off x="0" y="240621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11141-851F-4C9A-8689-C59FE7442950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4FC5AC-A389-4630-8857-AF185F844A46}">
      <dsp:nvSpPr>
        <dsp:cNvPr id="0" name=""/>
        <dsp:cNvSpPr/>
      </dsp:nvSpPr>
      <dsp:spPr>
        <a:xfrm>
          <a:off x="1110795" y="240621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• Predictive analytics using ML</a:t>
          </a:r>
          <a:endParaRPr lang="en-US" sz="2200" kern="1200" dirty="0"/>
        </a:p>
      </dsp:txBody>
      <dsp:txXfrm>
        <a:off x="1110795" y="2406215"/>
        <a:ext cx="3761242" cy="961727"/>
      </dsp:txXfrm>
    </dsp:sp>
    <dsp:sp modelId="{F8D8E47E-15EA-4965-B631-5D89B982EE15}">
      <dsp:nvSpPr>
        <dsp:cNvPr id="0" name=""/>
        <dsp:cNvSpPr/>
      </dsp:nvSpPr>
      <dsp:spPr>
        <a:xfrm>
          <a:off x="0" y="3608375"/>
          <a:ext cx="4872038" cy="961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0C547-AB7A-442E-B6E1-CCFD5F4DFBFA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B1B54-7FA3-4B05-9182-C68878954D69}">
      <dsp:nvSpPr>
        <dsp:cNvPr id="0" name=""/>
        <dsp:cNvSpPr/>
      </dsp:nvSpPr>
      <dsp:spPr>
        <a:xfrm>
          <a:off x="1110795" y="3608375"/>
          <a:ext cx="3761242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• Admin control panel</a:t>
          </a:r>
          <a:endParaRPr lang="en-US" sz="2200" kern="1200"/>
        </a:p>
      </dsp:txBody>
      <dsp:txXfrm>
        <a:off x="1110795" y="3608375"/>
        <a:ext cx="3761242" cy="961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29698-BBC7-4A2E-A12E-70A9088E6C46}">
      <dsp:nvSpPr>
        <dsp:cNvPr id="0" name=""/>
        <dsp:cNvSpPr/>
      </dsp:nvSpPr>
      <dsp:spPr>
        <a:xfrm>
          <a:off x="0" y="1412"/>
          <a:ext cx="8171528" cy="71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04AA56-898C-4FEC-A528-CC2C401D36D8}">
      <dsp:nvSpPr>
        <dsp:cNvPr id="0" name=""/>
        <dsp:cNvSpPr/>
      </dsp:nvSpPr>
      <dsp:spPr>
        <a:xfrm>
          <a:off x="216618" y="162534"/>
          <a:ext cx="393852" cy="3938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D122F-2CCE-444A-A068-8827FD25BCF8}">
      <dsp:nvSpPr>
        <dsp:cNvPr id="0" name=""/>
        <dsp:cNvSpPr/>
      </dsp:nvSpPr>
      <dsp:spPr>
        <a:xfrm>
          <a:off x="827089" y="1412"/>
          <a:ext cx="7344438" cy="7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87" tIns="75787" rIns="75787" bIns="757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• Django MVC Framework (Model-View-Controller)</a:t>
          </a:r>
          <a:endParaRPr lang="en-US" sz="2200" kern="1200"/>
        </a:p>
      </dsp:txBody>
      <dsp:txXfrm>
        <a:off x="827089" y="1412"/>
        <a:ext cx="7344438" cy="716094"/>
      </dsp:txXfrm>
    </dsp:sp>
    <dsp:sp modelId="{6EE7E724-48EF-455C-8645-F519F5CAE44F}">
      <dsp:nvSpPr>
        <dsp:cNvPr id="0" name=""/>
        <dsp:cNvSpPr/>
      </dsp:nvSpPr>
      <dsp:spPr>
        <a:xfrm>
          <a:off x="0" y="896531"/>
          <a:ext cx="8171528" cy="71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B044A-CC42-4AFF-8F2B-52A8B37D260F}">
      <dsp:nvSpPr>
        <dsp:cNvPr id="0" name=""/>
        <dsp:cNvSpPr/>
      </dsp:nvSpPr>
      <dsp:spPr>
        <a:xfrm>
          <a:off x="216618" y="1057653"/>
          <a:ext cx="393852" cy="3938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03B2A-9CC1-4815-94EE-7CBA921DFE9B}">
      <dsp:nvSpPr>
        <dsp:cNvPr id="0" name=""/>
        <dsp:cNvSpPr/>
      </dsp:nvSpPr>
      <dsp:spPr>
        <a:xfrm>
          <a:off x="827089" y="896531"/>
          <a:ext cx="7344438" cy="7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87" tIns="75787" rIns="75787" bIns="757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• SQLite for database management</a:t>
          </a:r>
          <a:endParaRPr lang="en-US" sz="2200" kern="1200"/>
        </a:p>
      </dsp:txBody>
      <dsp:txXfrm>
        <a:off x="827089" y="896531"/>
        <a:ext cx="7344438" cy="716094"/>
      </dsp:txXfrm>
    </dsp:sp>
    <dsp:sp modelId="{CCB19A15-3382-4766-9D71-AA3846665C96}">
      <dsp:nvSpPr>
        <dsp:cNvPr id="0" name=""/>
        <dsp:cNvSpPr/>
      </dsp:nvSpPr>
      <dsp:spPr>
        <a:xfrm>
          <a:off x="0" y="1791650"/>
          <a:ext cx="8171528" cy="71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9F4AA-F740-43B5-B0BD-056E7EBEADF8}">
      <dsp:nvSpPr>
        <dsp:cNvPr id="0" name=""/>
        <dsp:cNvSpPr/>
      </dsp:nvSpPr>
      <dsp:spPr>
        <a:xfrm>
          <a:off x="216618" y="1952771"/>
          <a:ext cx="393852" cy="3938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5F6F2-6292-46A0-9E38-7CCC1D178714}">
      <dsp:nvSpPr>
        <dsp:cNvPr id="0" name=""/>
        <dsp:cNvSpPr/>
      </dsp:nvSpPr>
      <dsp:spPr>
        <a:xfrm>
          <a:off x="827089" y="1791650"/>
          <a:ext cx="7344438" cy="7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87" tIns="75787" rIns="75787" bIns="757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• Scikit-learn for ML integration</a:t>
          </a:r>
          <a:endParaRPr lang="en-US" sz="2200" kern="1200"/>
        </a:p>
      </dsp:txBody>
      <dsp:txXfrm>
        <a:off x="827089" y="1791650"/>
        <a:ext cx="7344438" cy="716094"/>
      </dsp:txXfrm>
    </dsp:sp>
    <dsp:sp modelId="{DAEAAB0B-8805-4445-9251-452678E984EC}">
      <dsp:nvSpPr>
        <dsp:cNvPr id="0" name=""/>
        <dsp:cNvSpPr/>
      </dsp:nvSpPr>
      <dsp:spPr>
        <a:xfrm>
          <a:off x="0" y="2686769"/>
          <a:ext cx="8171528" cy="7160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807BF6-327E-4365-9BBC-8C4856B703C4}">
      <dsp:nvSpPr>
        <dsp:cNvPr id="0" name=""/>
        <dsp:cNvSpPr/>
      </dsp:nvSpPr>
      <dsp:spPr>
        <a:xfrm>
          <a:off x="216618" y="2847890"/>
          <a:ext cx="393852" cy="39385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47EA0-6CED-46BC-9F31-42B4B5C79631}">
      <dsp:nvSpPr>
        <dsp:cNvPr id="0" name=""/>
        <dsp:cNvSpPr/>
      </dsp:nvSpPr>
      <dsp:spPr>
        <a:xfrm>
          <a:off x="827089" y="2686769"/>
          <a:ext cx="7344438" cy="716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787" tIns="75787" rIns="75787" bIns="7578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• Template-based frontend with HTML/CSS/JS</a:t>
          </a:r>
          <a:endParaRPr lang="en-US" sz="2200" kern="1200"/>
        </a:p>
      </dsp:txBody>
      <dsp:txXfrm>
        <a:off x="827089" y="2686769"/>
        <a:ext cx="7344438" cy="7160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ED0B6-93BA-46F9-8B0F-763BE359D3AF}">
      <dsp:nvSpPr>
        <dsp:cNvPr id="0" name=""/>
        <dsp:cNvSpPr/>
      </dsp:nvSpPr>
      <dsp:spPr>
        <a:xfrm>
          <a:off x="13604" y="334567"/>
          <a:ext cx="1078207" cy="10782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29F4F-F68C-4170-8520-955247C4D5FC}">
      <dsp:nvSpPr>
        <dsp:cNvPr id="0" name=""/>
        <dsp:cNvSpPr/>
      </dsp:nvSpPr>
      <dsp:spPr>
        <a:xfrm>
          <a:off x="240027" y="560990"/>
          <a:ext cx="625360" cy="625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317AB-02A9-40C0-92B4-663C24007A7E}">
      <dsp:nvSpPr>
        <dsp:cNvPr id="0" name=""/>
        <dsp:cNvSpPr/>
      </dsp:nvSpPr>
      <dsp:spPr>
        <a:xfrm>
          <a:off x="1322856" y="334567"/>
          <a:ext cx="2541489" cy="10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🔐 Password hashing (Django auth)</a:t>
          </a:r>
        </a:p>
      </dsp:txBody>
      <dsp:txXfrm>
        <a:off x="1322856" y="334567"/>
        <a:ext cx="2541489" cy="1078207"/>
      </dsp:txXfrm>
    </dsp:sp>
    <dsp:sp modelId="{61123371-2535-4AF5-A920-DA48E21905D8}">
      <dsp:nvSpPr>
        <dsp:cNvPr id="0" name=""/>
        <dsp:cNvSpPr/>
      </dsp:nvSpPr>
      <dsp:spPr>
        <a:xfrm>
          <a:off x="4307181" y="334567"/>
          <a:ext cx="1078207" cy="107820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2230D-F3EF-43AF-BB8B-E86D1A13F84C}">
      <dsp:nvSpPr>
        <dsp:cNvPr id="0" name=""/>
        <dsp:cNvSpPr/>
      </dsp:nvSpPr>
      <dsp:spPr>
        <a:xfrm>
          <a:off x="4533605" y="560990"/>
          <a:ext cx="625360" cy="625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599770-CD43-4E1B-B367-18A307F7F7DB}">
      <dsp:nvSpPr>
        <dsp:cNvPr id="0" name=""/>
        <dsp:cNvSpPr/>
      </dsp:nvSpPr>
      <dsp:spPr>
        <a:xfrm>
          <a:off x="5616434" y="334567"/>
          <a:ext cx="2541489" cy="10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🔐 Input validation &amp; CSRF protection</a:t>
          </a:r>
        </a:p>
      </dsp:txBody>
      <dsp:txXfrm>
        <a:off x="5616434" y="334567"/>
        <a:ext cx="2541489" cy="1078207"/>
      </dsp:txXfrm>
    </dsp:sp>
    <dsp:sp modelId="{C5FA3CF0-71FF-4663-BDB5-96519F513F09}">
      <dsp:nvSpPr>
        <dsp:cNvPr id="0" name=""/>
        <dsp:cNvSpPr/>
      </dsp:nvSpPr>
      <dsp:spPr>
        <a:xfrm>
          <a:off x="13604" y="1991502"/>
          <a:ext cx="1078207" cy="107820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D4B69A-C350-4784-B560-DCB8F45CCD1C}">
      <dsp:nvSpPr>
        <dsp:cNvPr id="0" name=""/>
        <dsp:cNvSpPr/>
      </dsp:nvSpPr>
      <dsp:spPr>
        <a:xfrm>
          <a:off x="240027" y="2217925"/>
          <a:ext cx="625360" cy="625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44BEF-814D-41A8-8229-FBB902D8A9BA}">
      <dsp:nvSpPr>
        <dsp:cNvPr id="0" name=""/>
        <dsp:cNvSpPr/>
      </dsp:nvSpPr>
      <dsp:spPr>
        <a:xfrm>
          <a:off x="1322856" y="1991502"/>
          <a:ext cx="2541489" cy="10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🔐 Session management</a:t>
          </a:r>
        </a:p>
      </dsp:txBody>
      <dsp:txXfrm>
        <a:off x="1322856" y="1991502"/>
        <a:ext cx="2541489" cy="1078207"/>
      </dsp:txXfrm>
    </dsp:sp>
    <dsp:sp modelId="{37D9DA98-8D44-4CD8-AB0D-C5F176B90DD9}">
      <dsp:nvSpPr>
        <dsp:cNvPr id="0" name=""/>
        <dsp:cNvSpPr/>
      </dsp:nvSpPr>
      <dsp:spPr>
        <a:xfrm>
          <a:off x="4307181" y="1991502"/>
          <a:ext cx="1078207" cy="107820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F36F7-45C1-4443-A6FF-1126449FB7C6}">
      <dsp:nvSpPr>
        <dsp:cNvPr id="0" name=""/>
        <dsp:cNvSpPr/>
      </dsp:nvSpPr>
      <dsp:spPr>
        <a:xfrm>
          <a:off x="4533605" y="2217925"/>
          <a:ext cx="625360" cy="6253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2209E6-9744-42BF-A237-6352DC88AE66}">
      <dsp:nvSpPr>
        <dsp:cNvPr id="0" name=""/>
        <dsp:cNvSpPr/>
      </dsp:nvSpPr>
      <dsp:spPr>
        <a:xfrm>
          <a:off x="5616434" y="1991502"/>
          <a:ext cx="2541489" cy="1078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🔐 Admin authentication for control</a:t>
          </a:r>
        </a:p>
      </dsp:txBody>
      <dsp:txXfrm>
        <a:off x="5616434" y="1991502"/>
        <a:ext cx="2541489" cy="10782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4C3931-331B-49E4-A4A9-7D40D80D0FDB}">
      <dsp:nvSpPr>
        <dsp:cNvPr id="0" name=""/>
        <dsp:cNvSpPr/>
      </dsp:nvSpPr>
      <dsp:spPr>
        <a:xfrm>
          <a:off x="2614888" y="2603"/>
          <a:ext cx="2941750" cy="4224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1. EMI Calculator</a:t>
          </a:r>
          <a:endParaRPr lang="en-US" sz="1200" kern="1200"/>
        </a:p>
      </dsp:txBody>
      <dsp:txXfrm>
        <a:off x="2635509" y="23224"/>
        <a:ext cx="2900508" cy="381172"/>
      </dsp:txXfrm>
    </dsp:sp>
    <dsp:sp modelId="{DD78EE10-1FE6-450F-971A-767EE2B8D212}">
      <dsp:nvSpPr>
        <dsp:cNvPr id="0" name=""/>
        <dsp:cNvSpPr/>
      </dsp:nvSpPr>
      <dsp:spPr>
        <a:xfrm>
          <a:off x="2614888" y="446138"/>
          <a:ext cx="2941750" cy="422414"/>
        </a:xfrm>
        <a:prstGeom prst="roundRect">
          <a:avLst/>
        </a:prstGeom>
        <a:solidFill>
          <a:schemeClr val="accent5">
            <a:hueOff val="812292"/>
            <a:satOff val="88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2. Fixed Deposit (FD) Calculator</a:t>
          </a:r>
          <a:endParaRPr lang="en-US" sz="1200" kern="1200"/>
        </a:p>
      </dsp:txBody>
      <dsp:txXfrm>
        <a:off x="2635509" y="466759"/>
        <a:ext cx="2900508" cy="381172"/>
      </dsp:txXfrm>
    </dsp:sp>
    <dsp:sp modelId="{AC365595-5A43-4C12-A390-F532AFB2E313}">
      <dsp:nvSpPr>
        <dsp:cNvPr id="0" name=""/>
        <dsp:cNvSpPr/>
      </dsp:nvSpPr>
      <dsp:spPr>
        <a:xfrm>
          <a:off x="2614888" y="889673"/>
          <a:ext cx="2941750" cy="422414"/>
        </a:xfrm>
        <a:prstGeom prst="roundRect">
          <a:avLst/>
        </a:prstGeom>
        <a:solidFill>
          <a:schemeClr val="accent5">
            <a:hueOff val="1624585"/>
            <a:satOff val="177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3. Recurring Deposit (RD) Calculator</a:t>
          </a:r>
          <a:endParaRPr lang="en-US" sz="1200" kern="1200" dirty="0"/>
        </a:p>
      </dsp:txBody>
      <dsp:txXfrm>
        <a:off x="2635509" y="910294"/>
        <a:ext cx="2900508" cy="381172"/>
      </dsp:txXfrm>
    </dsp:sp>
    <dsp:sp modelId="{5B370FA3-96D3-4807-8DFD-2349B7F56167}">
      <dsp:nvSpPr>
        <dsp:cNvPr id="0" name=""/>
        <dsp:cNvSpPr/>
      </dsp:nvSpPr>
      <dsp:spPr>
        <a:xfrm>
          <a:off x="2614888" y="1333208"/>
          <a:ext cx="2941750" cy="422414"/>
        </a:xfrm>
        <a:prstGeom prst="roundRect">
          <a:avLst/>
        </a:prstGeom>
        <a:solidFill>
          <a:schemeClr val="accent5">
            <a:hueOff val="2436877"/>
            <a:satOff val="26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4. Simple Interest</a:t>
          </a:r>
          <a:endParaRPr lang="en-US" sz="1200" kern="1200"/>
        </a:p>
      </dsp:txBody>
      <dsp:txXfrm>
        <a:off x="2635509" y="1353829"/>
        <a:ext cx="2900508" cy="381172"/>
      </dsp:txXfrm>
    </dsp:sp>
    <dsp:sp modelId="{7296A2D6-F6E2-4C22-91D9-918FC232A3D4}">
      <dsp:nvSpPr>
        <dsp:cNvPr id="0" name=""/>
        <dsp:cNvSpPr/>
      </dsp:nvSpPr>
      <dsp:spPr>
        <a:xfrm>
          <a:off x="2614888" y="1776744"/>
          <a:ext cx="2941750" cy="422414"/>
        </a:xfrm>
        <a:prstGeom prst="roundRect">
          <a:avLst/>
        </a:prstGeom>
        <a:solidFill>
          <a:schemeClr val="accent5">
            <a:hueOff val="3249170"/>
            <a:satOff val="353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5. Compound Interest</a:t>
          </a:r>
          <a:endParaRPr lang="en-US" sz="1200" kern="1200"/>
        </a:p>
      </dsp:txBody>
      <dsp:txXfrm>
        <a:off x="2635509" y="1797365"/>
        <a:ext cx="2900508" cy="381172"/>
      </dsp:txXfrm>
    </dsp:sp>
    <dsp:sp modelId="{31B8AB26-F567-4122-A557-C10667CF7437}">
      <dsp:nvSpPr>
        <dsp:cNvPr id="0" name=""/>
        <dsp:cNvSpPr/>
      </dsp:nvSpPr>
      <dsp:spPr>
        <a:xfrm>
          <a:off x="2614888" y="2220279"/>
          <a:ext cx="2941750" cy="422414"/>
        </a:xfrm>
        <a:prstGeom prst="roundRect">
          <a:avLst/>
        </a:prstGeom>
        <a:solidFill>
          <a:schemeClr val="accent5">
            <a:hueOff val="4061462"/>
            <a:satOff val="442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6. </a:t>
          </a:r>
          <a:r>
            <a:rPr lang="en-IN" sz="1200" kern="1200"/>
            <a:t>SIP (Systematic Investment Plan)</a:t>
          </a:r>
          <a:endParaRPr lang="en-US" sz="1200" kern="1200" dirty="0"/>
        </a:p>
      </dsp:txBody>
      <dsp:txXfrm>
        <a:off x="2635509" y="2240900"/>
        <a:ext cx="2900508" cy="381172"/>
      </dsp:txXfrm>
    </dsp:sp>
    <dsp:sp modelId="{EFD72F55-F471-458D-A808-5C1777B3F136}">
      <dsp:nvSpPr>
        <dsp:cNvPr id="0" name=""/>
        <dsp:cNvSpPr/>
      </dsp:nvSpPr>
      <dsp:spPr>
        <a:xfrm>
          <a:off x="2614888" y="2663814"/>
          <a:ext cx="2941750" cy="422414"/>
        </a:xfrm>
        <a:prstGeom prst="roundRect">
          <a:avLst/>
        </a:prstGeom>
        <a:solidFill>
          <a:schemeClr val="accent5">
            <a:hueOff val="4873755"/>
            <a:satOff val="530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7. PPF</a:t>
          </a:r>
          <a:endParaRPr lang="en-US" sz="1200" kern="1200"/>
        </a:p>
      </dsp:txBody>
      <dsp:txXfrm>
        <a:off x="2635509" y="2684435"/>
        <a:ext cx="2900508" cy="381172"/>
      </dsp:txXfrm>
    </dsp:sp>
    <dsp:sp modelId="{C3D06D06-2DF6-476D-ACF1-71081734DEF0}">
      <dsp:nvSpPr>
        <dsp:cNvPr id="0" name=""/>
        <dsp:cNvSpPr/>
      </dsp:nvSpPr>
      <dsp:spPr>
        <a:xfrm>
          <a:off x="2614888" y="3107349"/>
          <a:ext cx="2941750" cy="422414"/>
        </a:xfrm>
        <a:prstGeom prst="roundRect">
          <a:avLst/>
        </a:prstGeom>
        <a:solidFill>
          <a:schemeClr val="accent5">
            <a:hueOff val="5686047"/>
            <a:satOff val="618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8. Retirement</a:t>
          </a:r>
          <a:endParaRPr lang="en-US" sz="1200" kern="1200"/>
        </a:p>
      </dsp:txBody>
      <dsp:txXfrm>
        <a:off x="2635509" y="3127970"/>
        <a:ext cx="2900508" cy="381172"/>
      </dsp:txXfrm>
    </dsp:sp>
    <dsp:sp modelId="{1132B8E4-52CB-4F08-BD7B-E4DA92DC6BC6}">
      <dsp:nvSpPr>
        <dsp:cNvPr id="0" name=""/>
        <dsp:cNvSpPr/>
      </dsp:nvSpPr>
      <dsp:spPr>
        <a:xfrm>
          <a:off x="2614888" y="3550885"/>
          <a:ext cx="2941750" cy="422414"/>
        </a:xfrm>
        <a:prstGeom prst="roundRect">
          <a:avLst/>
        </a:prstGeom>
        <a:solidFill>
          <a:schemeClr val="accent5">
            <a:hueOff val="6498340"/>
            <a:satOff val="707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9. Education Planning</a:t>
          </a:r>
          <a:endParaRPr lang="en-US" sz="1200" kern="1200"/>
        </a:p>
      </dsp:txBody>
      <dsp:txXfrm>
        <a:off x="2635509" y="3571506"/>
        <a:ext cx="2900508" cy="381172"/>
      </dsp:txXfrm>
    </dsp:sp>
    <dsp:sp modelId="{D6DFBDBE-5EE0-44AA-BD2F-26E47E9CEDC3}">
      <dsp:nvSpPr>
        <dsp:cNvPr id="0" name=""/>
        <dsp:cNvSpPr/>
      </dsp:nvSpPr>
      <dsp:spPr>
        <a:xfrm>
          <a:off x="2614888" y="3994420"/>
          <a:ext cx="2941750" cy="422414"/>
        </a:xfrm>
        <a:prstGeom prst="round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10. Loan Repayment</a:t>
          </a:r>
          <a:endParaRPr lang="en-US" sz="1200" kern="1200"/>
        </a:p>
      </dsp:txBody>
      <dsp:txXfrm>
        <a:off x="2635509" y="4015041"/>
        <a:ext cx="2900508" cy="3811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3E3D1-C7DC-4A64-8822-BAE4E4D129D0}">
      <dsp:nvSpPr>
        <dsp:cNvPr id="0" name=""/>
        <dsp:cNvSpPr/>
      </dsp:nvSpPr>
      <dsp:spPr>
        <a:xfrm>
          <a:off x="484911" y="403"/>
          <a:ext cx="2534766" cy="152086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ML module in `predict.py`</a:t>
          </a:r>
          <a:endParaRPr lang="en-US" sz="2000" kern="1200"/>
        </a:p>
      </dsp:txBody>
      <dsp:txXfrm>
        <a:off x="529455" y="44947"/>
        <a:ext cx="2445678" cy="1431772"/>
      </dsp:txXfrm>
    </dsp:sp>
    <dsp:sp modelId="{BBC836D0-C39D-4C8D-9D3C-E70744F9E4B9}">
      <dsp:nvSpPr>
        <dsp:cNvPr id="0" name=""/>
        <dsp:cNvSpPr/>
      </dsp:nvSpPr>
      <dsp:spPr>
        <a:xfrm>
          <a:off x="3242738" y="446522"/>
          <a:ext cx="537370" cy="6286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3242738" y="572246"/>
        <a:ext cx="376159" cy="377174"/>
      </dsp:txXfrm>
    </dsp:sp>
    <dsp:sp modelId="{804C4E9B-9782-4986-9173-01FFC65E611C}">
      <dsp:nvSpPr>
        <dsp:cNvPr id="0" name=""/>
        <dsp:cNvSpPr/>
      </dsp:nvSpPr>
      <dsp:spPr>
        <a:xfrm>
          <a:off x="4033585" y="403"/>
          <a:ext cx="2534766" cy="1520860"/>
        </a:xfrm>
        <a:prstGeom prst="roundRect">
          <a:avLst>
            <a:gd name="adj" fmla="val 10000"/>
          </a:avLst>
        </a:prstGeom>
        <a:solidFill>
          <a:schemeClr val="accent5">
            <a:hueOff val="2436877"/>
            <a:satOff val="26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• Uses model to predict financial behaviors</a:t>
          </a:r>
          <a:endParaRPr lang="en-US" sz="2000" kern="1200"/>
        </a:p>
      </dsp:txBody>
      <dsp:txXfrm>
        <a:off x="4078129" y="44947"/>
        <a:ext cx="2445678" cy="1431772"/>
      </dsp:txXfrm>
    </dsp:sp>
    <dsp:sp modelId="{BBB26BE4-B664-4CF6-9682-335B583711BF}">
      <dsp:nvSpPr>
        <dsp:cNvPr id="0" name=""/>
        <dsp:cNvSpPr/>
      </dsp:nvSpPr>
      <dsp:spPr>
        <a:xfrm rot="5400000">
          <a:off x="5032283" y="1698697"/>
          <a:ext cx="537370" cy="6286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3655316"/>
            <a:satOff val="397"/>
            <a:lumOff val="-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5112382" y="1744323"/>
        <a:ext cx="377174" cy="376159"/>
      </dsp:txXfrm>
    </dsp:sp>
    <dsp:sp modelId="{C9480AD3-0925-4435-804F-FFEFF3512B50}">
      <dsp:nvSpPr>
        <dsp:cNvPr id="0" name=""/>
        <dsp:cNvSpPr/>
      </dsp:nvSpPr>
      <dsp:spPr>
        <a:xfrm>
          <a:off x="4033585" y="2535170"/>
          <a:ext cx="2534766" cy="1520860"/>
        </a:xfrm>
        <a:prstGeom prst="roundRect">
          <a:avLst>
            <a:gd name="adj" fmla="val 10000"/>
          </a:avLst>
        </a:prstGeom>
        <a:solidFill>
          <a:schemeClr val="accent5">
            <a:hueOff val="4873755"/>
            <a:satOff val="530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• Potential applications:  loan predication.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4078129" y="2579714"/>
        <a:ext cx="2445678" cy="1431772"/>
      </dsp:txXfrm>
    </dsp:sp>
    <dsp:sp modelId="{E48ACEDC-DB05-4E06-8C9F-4C44B5743CF7}">
      <dsp:nvSpPr>
        <dsp:cNvPr id="0" name=""/>
        <dsp:cNvSpPr/>
      </dsp:nvSpPr>
      <dsp:spPr>
        <a:xfrm rot="10800000">
          <a:off x="3273155" y="2981289"/>
          <a:ext cx="537370" cy="62862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3434366" y="3107013"/>
        <a:ext cx="376159" cy="377174"/>
      </dsp:txXfrm>
    </dsp:sp>
    <dsp:sp modelId="{E116C875-397D-43C7-B7DA-CA1603DFAF53}">
      <dsp:nvSpPr>
        <dsp:cNvPr id="0" name=""/>
        <dsp:cNvSpPr/>
      </dsp:nvSpPr>
      <dsp:spPr>
        <a:xfrm>
          <a:off x="484911" y="2535170"/>
          <a:ext cx="2534766" cy="1520860"/>
        </a:xfrm>
        <a:prstGeom prst="roundRect">
          <a:avLst>
            <a:gd name="adj" fmla="val 10000"/>
          </a:avLst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• Inputs: user financial data, Outputs: predictions</a:t>
          </a:r>
          <a:endParaRPr lang="en-US" sz="2000" kern="1200" dirty="0"/>
        </a:p>
      </dsp:txBody>
      <dsp:txXfrm>
        <a:off x="529455" y="2579714"/>
        <a:ext cx="2445678" cy="14317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23115-8D6D-4DA7-9511-F4B2310A8527}">
      <dsp:nvSpPr>
        <dsp:cNvPr id="0" name=""/>
        <dsp:cNvSpPr/>
      </dsp:nvSpPr>
      <dsp:spPr>
        <a:xfrm>
          <a:off x="5354" y="308924"/>
          <a:ext cx="1078313" cy="7713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05D2F-7EEA-4186-9246-3C4AAE9CDB6D}">
      <dsp:nvSpPr>
        <dsp:cNvPr id="0" name=""/>
        <dsp:cNvSpPr/>
      </dsp:nvSpPr>
      <dsp:spPr>
        <a:xfrm>
          <a:off x="5354" y="1147094"/>
          <a:ext cx="3080894" cy="330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000" kern="1200"/>
            <a:t>Model: Linear Regression</a:t>
          </a:r>
          <a:endParaRPr lang="en-US" sz="2000" kern="1200"/>
        </a:p>
      </dsp:txBody>
      <dsp:txXfrm>
        <a:off x="5354" y="1147094"/>
        <a:ext cx="3080894" cy="330598"/>
      </dsp:txXfrm>
    </dsp:sp>
    <dsp:sp modelId="{956FDC5B-2A25-4980-9907-F20A16DD8A04}">
      <dsp:nvSpPr>
        <dsp:cNvPr id="0" name=""/>
        <dsp:cNvSpPr/>
      </dsp:nvSpPr>
      <dsp:spPr>
        <a:xfrm>
          <a:off x="5354" y="1508750"/>
          <a:ext cx="3080894" cy="35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51FAF1-833B-4A43-9B22-9D578EE6AC39}">
      <dsp:nvSpPr>
        <dsp:cNvPr id="0" name=""/>
        <dsp:cNvSpPr/>
      </dsp:nvSpPr>
      <dsp:spPr>
        <a:xfrm>
          <a:off x="3625405" y="308924"/>
          <a:ext cx="1078313" cy="7713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1520C-6645-4F27-A14A-2F87C1AADE57}">
      <dsp:nvSpPr>
        <dsp:cNvPr id="0" name=""/>
        <dsp:cNvSpPr/>
      </dsp:nvSpPr>
      <dsp:spPr>
        <a:xfrm>
          <a:off x="3625405" y="1147094"/>
          <a:ext cx="3080894" cy="330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000" kern="1200"/>
            <a:t>Metrics:</a:t>
          </a:r>
          <a:endParaRPr lang="en-US" sz="2000" kern="1200"/>
        </a:p>
      </dsp:txBody>
      <dsp:txXfrm>
        <a:off x="3625405" y="1147094"/>
        <a:ext cx="3080894" cy="330598"/>
      </dsp:txXfrm>
    </dsp:sp>
    <dsp:sp modelId="{C9D8C910-8D87-4506-AA12-4D29B3CDDC13}">
      <dsp:nvSpPr>
        <dsp:cNvPr id="0" name=""/>
        <dsp:cNvSpPr/>
      </dsp:nvSpPr>
      <dsp:spPr>
        <a:xfrm>
          <a:off x="3625405" y="1508750"/>
          <a:ext cx="3080894" cy="35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Mean Absolute Error: 13259.887823345072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Mean Squared Error: 268044207.85729995 </a:t>
          </a:r>
          <a:endParaRPr lang="en-US" sz="1500" kern="1200"/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R² Score: 0.29715025023167274</a:t>
          </a:r>
          <a:endParaRPr lang="en-US" sz="1500" kern="1200"/>
        </a:p>
      </dsp:txBody>
      <dsp:txXfrm>
        <a:off x="3625405" y="1508750"/>
        <a:ext cx="3080894" cy="35305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4DCE0C-0F11-4EEA-AB40-1467ED5C55F8}">
      <dsp:nvSpPr>
        <dsp:cNvPr id="0" name=""/>
        <dsp:cNvSpPr/>
      </dsp:nvSpPr>
      <dsp:spPr>
        <a:xfrm>
          <a:off x="0" y="22500"/>
          <a:ext cx="4872038" cy="10237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/>
            <a:t>• </a:t>
          </a:r>
          <a:r>
            <a:rPr lang="en-US" sz="2400" b="0" i="0" kern="1200" dirty="0"/>
            <a:t>Integrating ML with Django backend</a:t>
          </a:r>
          <a:endParaRPr lang="en-US" sz="2400" kern="1200" dirty="0"/>
        </a:p>
      </dsp:txBody>
      <dsp:txXfrm>
        <a:off x="49975" y="72475"/>
        <a:ext cx="4772088" cy="923800"/>
      </dsp:txXfrm>
    </dsp:sp>
    <dsp:sp modelId="{4F2E1373-40C3-4F4B-BDB7-C2617D70D60D}">
      <dsp:nvSpPr>
        <dsp:cNvPr id="0" name=""/>
        <dsp:cNvSpPr/>
      </dsp:nvSpPr>
      <dsp:spPr>
        <a:xfrm>
          <a:off x="0" y="1190250"/>
          <a:ext cx="4872038" cy="1023750"/>
        </a:xfrm>
        <a:prstGeom prst="roundRect">
          <a:avLst/>
        </a:prstGeom>
        <a:gradFill rotWithShape="0">
          <a:gsLst>
            <a:gs pos="0">
              <a:schemeClr val="accent2">
                <a:hueOff val="451605"/>
                <a:satOff val="-2211"/>
                <a:lumOff val="1242"/>
                <a:alphaOff val="0"/>
                <a:tint val="98000"/>
                <a:lumMod val="114000"/>
              </a:schemeClr>
            </a:gs>
            <a:gs pos="100000">
              <a:schemeClr val="accent2">
                <a:hueOff val="451605"/>
                <a:satOff val="-2211"/>
                <a:lumOff val="124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• Ensuring security for user data</a:t>
          </a:r>
          <a:endParaRPr lang="en-US" sz="2400" kern="1200" dirty="0"/>
        </a:p>
      </dsp:txBody>
      <dsp:txXfrm>
        <a:off x="49975" y="1240225"/>
        <a:ext cx="4772088" cy="923800"/>
      </dsp:txXfrm>
    </dsp:sp>
    <dsp:sp modelId="{67D283FB-CB23-4844-9787-E7ACDF0AE3EF}">
      <dsp:nvSpPr>
        <dsp:cNvPr id="0" name=""/>
        <dsp:cNvSpPr/>
      </dsp:nvSpPr>
      <dsp:spPr>
        <a:xfrm>
          <a:off x="0" y="2358000"/>
          <a:ext cx="4872038" cy="1023750"/>
        </a:xfrm>
        <a:prstGeom prst="roundRect">
          <a:avLst/>
        </a:prstGeom>
        <a:gradFill rotWithShape="0">
          <a:gsLst>
            <a:gs pos="0">
              <a:schemeClr val="accent2">
                <a:hueOff val="903209"/>
                <a:satOff val="-4421"/>
                <a:lumOff val="2483"/>
                <a:alphaOff val="0"/>
                <a:tint val="98000"/>
                <a:lumMod val="114000"/>
              </a:schemeClr>
            </a:gs>
            <a:gs pos="100000">
              <a:schemeClr val="accent2">
                <a:hueOff val="903209"/>
                <a:satOff val="-4421"/>
                <a:lumOff val="248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• Learned full-stack development using Django</a:t>
          </a:r>
          <a:endParaRPr lang="en-US" sz="2400" kern="1200" dirty="0"/>
        </a:p>
      </dsp:txBody>
      <dsp:txXfrm>
        <a:off x="49975" y="2407975"/>
        <a:ext cx="4772088" cy="923800"/>
      </dsp:txXfrm>
    </dsp:sp>
    <dsp:sp modelId="{6E3508E6-CBBB-4B0B-8576-BAD8A8062422}">
      <dsp:nvSpPr>
        <dsp:cNvPr id="0" name=""/>
        <dsp:cNvSpPr/>
      </dsp:nvSpPr>
      <dsp:spPr>
        <a:xfrm>
          <a:off x="0" y="3525750"/>
          <a:ext cx="4872038" cy="1023750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• Gained insights into model deployment</a:t>
          </a:r>
          <a:endParaRPr lang="en-US" sz="2400" kern="1200" dirty="0"/>
        </a:p>
      </dsp:txBody>
      <dsp:txXfrm>
        <a:off x="49975" y="3575725"/>
        <a:ext cx="4772088" cy="9238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6C5862-CD14-4A3B-9669-3A68F866B197}">
      <dsp:nvSpPr>
        <dsp:cNvPr id="0" name=""/>
        <dsp:cNvSpPr/>
      </dsp:nvSpPr>
      <dsp:spPr>
        <a:xfrm>
          <a:off x="0" y="0"/>
          <a:ext cx="6537222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• </a:t>
          </a:r>
          <a:r>
            <a:rPr lang="en-US" sz="1600" b="0" i="0" kern="1200" dirty="0"/>
            <a:t>API development for third-party integration</a:t>
          </a:r>
          <a:endParaRPr lang="en-US" sz="1600" kern="1200" dirty="0"/>
        </a:p>
      </dsp:txBody>
      <dsp:txXfrm>
        <a:off x="21936" y="21936"/>
        <a:ext cx="5665770" cy="705068"/>
      </dsp:txXfrm>
    </dsp:sp>
    <dsp:sp modelId="{BDB97ACC-FF23-49FB-9725-04F863569CF1}">
      <dsp:nvSpPr>
        <dsp:cNvPr id="0" name=""/>
        <dsp:cNvSpPr/>
      </dsp:nvSpPr>
      <dsp:spPr>
        <a:xfrm>
          <a:off x="547492" y="885112"/>
          <a:ext cx="6537222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• Deployment to cloud (AWS, Heroku)</a:t>
          </a:r>
          <a:endParaRPr lang="en-US" sz="1600" kern="1200" dirty="0"/>
        </a:p>
      </dsp:txBody>
      <dsp:txXfrm>
        <a:off x="569428" y="907048"/>
        <a:ext cx="5459046" cy="705068"/>
      </dsp:txXfrm>
    </dsp:sp>
    <dsp:sp modelId="{6F3E7A6B-FDD3-4A58-8D14-9DFBE1C1D1D3}">
      <dsp:nvSpPr>
        <dsp:cNvPr id="0" name=""/>
        <dsp:cNvSpPr/>
      </dsp:nvSpPr>
      <dsp:spPr>
        <a:xfrm>
          <a:off x="1086813" y="1770224"/>
          <a:ext cx="6537222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• Real-time analytics and visualizations</a:t>
          </a:r>
          <a:endParaRPr lang="en-US" sz="1600" kern="1200" dirty="0"/>
        </a:p>
      </dsp:txBody>
      <dsp:txXfrm>
        <a:off x="1108749" y="1792160"/>
        <a:ext cx="5467217" cy="705068"/>
      </dsp:txXfrm>
    </dsp:sp>
    <dsp:sp modelId="{A45A5E68-792E-4206-AE96-7E7668A4D144}">
      <dsp:nvSpPr>
        <dsp:cNvPr id="0" name=""/>
        <dsp:cNvSpPr/>
      </dsp:nvSpPr>
      <dsp:spPr>
        <a:xfrm>
          <a:off x="1634305" y="2655336"/>
          <a:ext cx="6537222" cy="74894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• Switch to PostgreSQL for scalability</a:t>
          </a:r>
          <a:endParaRPr lang="en-US" sz="1600" kern="1200" dirty="0"/>
        </a:p>
      </dsp:txBody>
      <dsp:txXfrm>
        <a:off x="1656241" y="2677272"/>
        <a:ext cx="5459046" cy="705068"/>
      </dsp:txXfrm>
    </dsp:sp>
    <dsp:sp modelId="{5BF78F12-A68C-4791-BA98-7F980AF9EC94}">
      <dsp:nvSpPr>
        <dsp:cNvPr id="0" name=""/>
        <dsp:cNvSpPr/>
      </dsp:nvSpPr>
      <dsp:spPr>
        <a:xfrm>
          <a:off x="6050410" y="573620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159942" y="573620"/>
        <a:ext cx="267747" cy="366325"/>
      </dsp:txXfrm>
    </dsp:sp>
    <dsp:sp modelId="{E8FE2371-E727-4211-8F4A-166B640D96EA}">
      <dsp:nvSpPr>
        <dsp:cNvPr id="0" name=""/>
        <dsp:cNvSpPr/>
      </dsp:nvSpPr>
      <dsp:spPr>
        <a:xfrm>
          <a:off x="6597903" y="1458732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707435" y="1458732"/>
        <a:ext cx="267747" cy="366325"/>
      </dsp:txXfrm>
    </dsp:sp>
    <dsp:sp modelId="{7C4D577D-B78F-4041-9DB6-629895982B6E}">
      <dsp:nvSpPr>
        <dsp:cNvPr id="0" name=""/>
        <dsp:cNvSpPr/>
      </dsp:nvSpPr>
      <dsp:spPr>
        <a:xfrm>
          <a:off x="7137224" y="2343844"/>
          <a:ext cx="486811" cy="486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246756" y="2343844"/>
        <a:ext cx="267747" cy="3663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2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6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3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84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02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8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7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5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74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5069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4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03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40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26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2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8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4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4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4009" y="1447800"/>
            <a:ext cx="3916743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b="0" i="0" u="sng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U.ST GLOBAL BANK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52BF8-92E1-4D67-7DBA-AC050055E04D}"/>
              </a:ext>
            </a:extLst>
          </p:cNvPr>
          <p:cNvSpPr txBox="1"/>
          <p:nvPr/>
        </p:nvSpPr>
        <p:spPr>
          <a:xfrm>
            <a:off x="3521373" y="5637252"/>
            <a:ext cx="5011020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cap="all" dirty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Presented by: [SYNTAX SQUARD]</a:t>
            </a:r>
          </a:p>
        </p:txBody>
      </p:sp>
      <p:sp>
        <p:nvSpPr>
          <p:cNvPr id="17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101769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61473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Graphic 11" descr="Bank">
            <a:extLst>
              <a:ext uri="{FF2B5EF4-FFF2-40B4-BE49-F238E27FC236}">
                <a16:creationId xmlns:a16="http://schemas.microsoft.com/office/drawing/2014/main" id="{E94558A9-8CA1-BB3E-1AC5-64E319BAE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430" y="2441986"/>
            <a:ext cx="2202627" cy="2202627"/>
          </a:xfrm>
          <a:prstGeom prst="rect">
            <a:avLst/>
          </a:prstGeom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FFEDF6-298A-6291-91D1-5CD7E7CEFD26}"/>
              </a:ext>
            </a:extLst>
          </p:cNvPr>
          <p:cNvSpPr txBox="1"/>
          <p:nvPr/>
        </p:nvSpPr>
        <p:spPr>
          <a:xfrm>
            <a:off x="0" y="567099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Project Guide : Purushotham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1E6A2D-824F-29DB-9D6B-FF8F249EB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53" y="194367"/>
            <a:ext cx="766423" cy="8446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EBEBEB"/>
                </a:solidFill>
              </a:rPr>
              <a:t>Problem Statement/Overview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8137C76-2676-BDED-C672-2C91BB45D1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74777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63A3C50-EA0E-02E7-C3D7-2D490830AF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Solution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ADD9E3-5123-6CD4-3907-5A0349880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46510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A2FA7A9-2D95-FB87-B15E-BE68132B70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Picture 105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056" name="Picture 105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058" name="Oval 105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060" name="Picture 105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062" name="Picture 106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1064" name="Rectangle 106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1066" name="Rectangle 1065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70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9A6B18-7F4A-1E38-A6A5-26385AF6A9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16" r="9134" b="1"/>
          <a:stretch/>
        </p:blipFill>
        <p:spPr bwMode="auto">
          <a:xfrm>
            <a:off x="477687" y="390123"/>
            <a:ext cx="7459093" cy="4214265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2" name="Freeform: Shape 1071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8CBBA-50E7-5DC3-3CF4-FB8B3941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87" y="4854346"/>
            <a:ext cx="686201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39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Project management : JIRA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3E19B-64C7-CAC7-B665-671B2580AF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182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IN" sz="2800">
                <a:solidFill>
                  <a:srgbClr val="F2F2F2"/>
                </a:solidFill>
              </a:rPr>
              <a:t>Key Features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770EA7-E5C7-8C8C-0888-4EF140C3D3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379651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D1416DF-74E1-1F3A-F13C-F5B2D31F58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2C22-5A3F-C70B-0D30-97352704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Demo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A5488-C5B8-5EEC-737D-4AC8BEA43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573953"/>
            <a:ext cx="6711654" cy="1855047"/>
          </a:xfrm>
        </p:spPr>
        <p:txBody>
          <a:bodyPr/>
          <a:lstStyle/>
          <a:p>
            <a:r>
              <a:rPr lang="en-US" dirty="0"/>
              <a:t>• Secure Login &amp; Role Access</a:t>
            </a:r>
          </a:p>
          <a:p>
            <a:r>
              <a:rPr lang="en-US" dirty="0"/>
              <a:t>• Dynamic Dashboards</a:t>
            </a:r>
          </a:p>
          <a:p>
            <a:r>
              <a:rPr lang="en-US" dirty="0"/>
              <a:t>• Transaction Management</a:t>
            </a:r>
          </a:p>
          <a:p>
            <a:r>
              <a:rPr lang="en-US" dirty="0"/>
              <a:t>• Prediction Output with Insights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4D511-3EC2-1434-4F87-985FC2B8AD52}"/>
              </a:ext>
            </a:extLst>
          </p:cNvPr>
          <p:cNvSpPr txBox="1"/>
          <p:nvPr/>
        </p:nvSpPr>
        <p:spPr>
          <a:xfrm>
            <a:off x="609600" y="4419600"/>
            <a:ext cx="776151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</a:t>
            </a:r>
            <a:r>
              <a:rPr lang="en-US" sz="2000" dirty="0"/>
              <a:t>Integrated ML into production-ready web app</a:t>
            </a:r>
          </a:p>
          <a:p>
            <a:r>
              <a:rPr lang="en-US" sz="2000" dirty="0"/>
              <a:t>• Ensured secure authentication &amp; role control</a:t>
            </a:r>
          </a:p>
          <a:p>
            <a:r>
              <a:rPr lang="en-US" sz="2000" dirty="0"/>
              <a:t>• Streamlined transactions &amp; UI design</a:t>
            </a:r>
          </a:p>
          <a:p>
            <a:r>
              <a:rPr lang="en-US" sz="2000" dirty="0"/>
              <a:t>• Gained full-stack development and ML deployment experience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825CD-CEDB-C9A6-8584-866C91F9ED6D}"/>
              </a:ext>
            </a:extLst>
          </p:cNvPr>
          <p:cNvSpPr txBox="1"/>
          <p:nvPr/>
        </p:nvSpPr>
        <p:spPr>
          <a:xfrm>
            <a:off x="609600" y="3693467"/>
            <a:ext cx="67116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Achievements &amp;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F743C-6641-FF8B-C237-D786AFDD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System Architecture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D750AF5-95E0-77E8-D45F-C73EAC7B2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05683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69F0ED5-4294-020F-6BCF-96750286BD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2911-A98F-EC8C-BCBB-0D904004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40153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Security Features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FD589E21-911A-0B41-1927-2FD28AF63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14252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2EA37B5-266E-AFA0-25AE-AA780D1D95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7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E5826-B639-5FEC-936F-D6AFD992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Financial Calculators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F633484F-A80A-D201-896A-A7EC77420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53080"/>
              </p:ext>
            </p:extLst>
          </p:nvPr>
        </p:nvGraphicFramePr>
        <p:xfrm>
          <a:off x="486697" y="2286162"/>
          <a:ext cx="8171528" cy="4419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A869AD7-F056-8DB6-FB95-A0405DEBD1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60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>
            <a:extLst>
              <a:ext uri="{FF2B5EF4-FFF2-40B4-BE49-F238E27FC236}">
                <a16:creationId xmlns:a16="http://schemas.microsoft.com/office/drawing/2014/main" id="{55D09F10-5DD8-2E3F-5406-13E77825D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4" r="24612" b="1"/>
          <a:stretch/>
        </p:blipFill>
        <p:spPr bwMode="auto">
          <a:xfrm>
            <a:off x="3370077" y="243"/>
            <a:ext cx="5773923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6451640" y="0"/>
                </a:lnTo>
                <a:lnTo>
                  <a:pt x="6451640" y="479"/>
                </a:lnTo>
                <a:lnTo>
                  <a:pt x="7698564" y="479"/>
                </a:lnTo>
                <a:lnTo>
                  <a:pt x="7698564" y="3346705"/>
                </a:lnTo>
                <a:lnTo>
                  <a:pt x="0" y="334670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B26C708-B155-8DC4-8430-2604A18B2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17" r="20131"/>
          <a:stretch/>
        </p:blipFill>
        <p:spPr bwMode="auto">
          <a:xfrm>
            <a:off x="20" y="10"/>
            <a:ext cx="4394827" cy="3346695"/>
          </a:xfrm>
          <a:custGeom>
            <a:avLst/>
            <a:gdLst/>
            <a:ahLst/>
            <a:cxnLst/>
            <a:rect l="l" t="t" r="r" b="b"/>
            <a:pathLst>
              <a:path w="5859797" h="3346705">
                <a:moveTo>
                  <a:pt x="0" y="0"/>
                </a:moveTo>
                <a:lnTo>
                  <a:pt x="5859797" y="0"/>
                </a:lnTo>
                <a:lnTo>
                  <a:pt x="4309834" y="3346705"/>
                </a:lnTo>
                <a:lnTo>
                  <a:pt x="4304257" y="3346705"/>
                </a:lnTo>
                <a:lnTo>
                  <a:pt x="3238029" y="3346705"/>
                </a:lnTo>
                <a:lnTo>
                  <a:pt x="0" y="334670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3431CD3-8867-887A-E82E-F63F72AFF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6853"/>
          <a:stretch/>
        </p:blipFill>
        <p:spPr bwMode="auto">
          <a:xfrm>
            <a:off x="4762566" y="3511295"/>
            <a:ext cx="4381434" cy="3346705"/>
          </a:xfrm>
          <a:custGeom>
            <a:avLst/>
            <a:gdLst/>
            <a:ahLst/>
            <a:cxnLst/>
            <a:rect l="l" t="t" r="r" b="b"/>
            <a:pathLst>
              <a:path w="5841911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5841911" y="0"/>
                </a:lnTo>
                <a:lnTo>
                  <a:pt x="5841911" y="3346705"/>
                </a:lnTo>
                <a:lnTo>
                  <a:pt x="0" y="334670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2DA5903-664B-B4EC-9F86-2397F4866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" r="25581" b="3"/>
          <a:stretch/>
        </p:blipFill>
        <p:spPr bwMode="auto">
          <a:xfrm>
            <a:off x="20" y="3511295"/>
            <a:ext cx="5773903" cy="3346705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0" y="0"/>
                </a:moveTo>
                <a:lnTo>
                  <a:pt x="7698564" y="0"/>
                </a:lnTo>
                <a:lnTo>
                  <a:pt x="6148601" y="3346705"/>
                </a:lnTo>
                <a:lnTo>
                  <a:pt x="6143024" y="3346705"/>
                </a:lnTo>
                <a:lnTo>
                  <a:pt x="5076796" y="3346705"/>
                </a:lnTo>
                <a:lnTo>
                  <a:pt x="1246924" y="3346705"/>
                </a:lnTo>
                <a:lnTo>
                  <a:pt x="1246924" y="3346226"/>
                </a:lnTo>
                <a:lnTo>
                  <a:pt x="0" y="334622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943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t>Machine Learning 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96CBC8-D07C-B718-1996-23961DFF3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8020884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32FC587-165C-5AE5-B0D4-E4A091E075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5E9F-43DD-3860-DE63-C8F745DF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29" y="191461"/>
            <a:ext cx="6711654" cy="805550"/>
          </a:xfrm>
        </p:spPr>
        <p:txBody>
          <a:bodyPr/>
          <a:lstStyle/>
          <a:p>
            <a:r>
              <a:rPr lang="en-IN" b="1" dirty="0"/>
              <a:t>Machine Learning Model</a:t>
            </a:r>
            <a:endParaRPr lang="en-IN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535B90D2-EA3F-624C-D722-C3A8D90925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72529" y="1258268"/>
          <a:ext cx="6711654" cy="2170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BD1172-5B94-4A14-5A77-25251496E2BE}"/>
              </a:ext>
            </a:extLst>
          </p:cNvPr>
          <p:cNvSpPr txBox="1"/>
          <p:nvPr/>
        </p:nvSpPr>
        <p:spPr>
          <a:xfrm>
            <a:off x="272530" y="3602779"/>
            <a:ext cx="6356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System Architecture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0E5DA-829D-2555-5678-FB7887FE4A89}"/>
              </a:ext>
            </a:extLst>
          </p:cNvPr>
          <p:cNvSpPr txBox="1"/>
          <p:nvPr/>
        </p:nvSpPr>
        <p:spPr>
          <a:xfrm>
            <a:off x="370114" y="4582808"/>
            <a:ext cx="4844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User submits form</a:t>
            </a:r>
          </a:p>
          <a:p>
            <a:r>
              <a:rPr lang="en-US" dirty="0"/>
              <a:t>2. Django reads input</a:t>
            </a:r>
          </a:p>
          <a:p>
            <a:r>
              <a:rPr lang="en-US" dirty="0"/>
              <a:t>3. Model predicts using .</a:t>
            </a:r>
            <a:r>
              <a:rPr lang="en-US" dirty="0" err="1"/>
              <a:t>pkl</a:t>
            </a:r>
            <a:r>
              <a:rPr lang="en-US" dirty="0"/>
              <a:t> file</a:t>
            </a:r>
          </a:p>
          <a:p>
            <a:r>
              <a:rPr lang="en-US" dirty="0"/>
              <a:t>4. Result displayed to user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182F06-1907-6A04-B00F-F4DF52DDB9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4183" y="191461"/>
            <a:ext cx="766423" cy="8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2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CC36F-258F-F30D-06E8-903BCFC8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A7EFA-D784-5C3C-A6A4-F389D09AB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Fast &amp; Accurate</a:t>
            </a:r>
            <a:r>
              <a:rPr lang="en-US" dirty="0"/>
              <a:t>: Provides instant loan estimates using trained ML model.</a:t>
            </a:r>
          </a:p>
          <a:p>
            <a:r>
              <a:rPr lang="en-US" b="1" dirty="0"/>
              <a:t>Insights with EDA</a:t>
            </a:r>
            <a:r>
              <a:rPr lang="en-US" dirty="0"/>
              <a:t>: Visualizations help understand loan trends.</a:t>
            </a:r>
          </a:p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Pre-Eligibility Checks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Customers can check loan eligibility before applying, reducing rejections.</a:t>
            </a:r>
          </a:p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Loan Processing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Banks save time by pre-filtering applicants with automated estimates.</a:t>
            </a:r>
          </a:p>
          <a:p>
            <a:pPr marL="0" indent="0">
              <a:buNone/>
            </a:pPr>
            <a:r>
              <a:rPr lang="en-IN" b="1" dirty="0"/>
              <a:t>Improvements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Model Comparison Page</a:t>
            </a:r>
            <a:r>
              <a:rPr lang="en-US" dirty="0"/>
              <a:t>: Let users view predictions from multiple models.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6A132-0558-87DC-E006-7053E25E6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45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0949-2B1E-F90B-C508-B9B612A6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Interface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7B7AA0-C1A0-70B2-3618-3D8F277FBE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106" t="11890" r="17131" b="20860"/>
          <a:stretch/>
        </p:blipFill>
        <p:spPr>
          <a:xfrm>
            <a:off x="391886" y="2141084"/>
            <a:ext cx="3559628" cy="3801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9D047A-37B1-ED81-CB97-44DC9B35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85" t="8869" r="48238" b="31794"/>
          <a:stretch/>
        </p:blipFill>
        <p:spPr>
          <a:xfrm>
            <a:off x="4987126" y="2141084"/>
            <a:ext cx="3764988" cy="4067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19D885-0DE3-BE0C-B508-A3E04FF044BA}"/>
              </a:ext>
            </a:extLst>
          </p:cNvPr>
          <p:cNvSpPr txBox="1"/>
          <p:nvPr/>
        </p:nvSpPr>
        <p:spPr>
          <a:xfrm>
            <a:off x="1338942" y="617308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Web Interface </a:t>
            </a:r>
            <a:r>
              <a:rPr lang="en-IN" dirty="0">
                <a:sym typeface="Wingdings" panose="05000000000000000000" pitchFamily="2" charset="2"/>
              </a:rPr>
              <a:t>Loan Amount predictor And EDA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01C6B0-C5B9-C60F-E77B-930466F4E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72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IN" sz="2800">
                <a:solidFill>
                  <a:srgbClr val="F2F2F2"/>
                </a:solidFill>
              </a:rPr>
              <a:t>Challenges &amp; Learnings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4DEA5D-05E0-C9D6-1608-1AC3E08EEF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119673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13CDCFA-7703-B52F-2DAA-A4CE0C34FD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Future Enhancements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5E60F83-0278-3655-B3ED-492FED3E7D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899888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8520B9D-40CD-88BB-C995-5CA756F4A0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7371" y="180284"/>
            <a:ext cx="766423" cy="84462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87</TotalTime>
  <Words>476</Words>
  <Application>Microsoft Office PowerPoint</Application>
  <PresentationFormat>On-screen Show (4:3)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Wingdings</vt:lpstr>
      <vt:lpstr>Wingdings 3</vt:lpstr>
      <vt:lpstr>Ion</vt:lpstr>
      <vt:lpstr>U.ST GLOBAL BANK</vt:lpstr>
      <vt:lpstr>Problem Statement/Overview</vt:lpstr>
      <vt:lpstr>Solution Overview</vt:lpstr>
      <vt:lpstr>Project management : JIRA</vt:lpstr>
      <vt:lpstr>Key Features</vt:lpstr>
      <vt:lpstr>Live Demo Highlights</vt:lpstr>
      <vt:lpstr>System Architecture</vt:lpstr>
      <vt:lpstr>Security Features</vt:lpstr>
      <vt:lpstr>Financial Calculators</vt:lpstr>
      <vt:lpstr>PowerPoint Presentation</vt:lpstr>
      <vt:lpstr>Machine Learning Integration</vt:lpstr>
      <vt:lpstr>Machine Learning Model</vt:lpstr>
      <vt:lpstr>Advantages &amp; Improvements</vt:lpstr>
      <vt:lpstr>Web Interface</vt:lpstr>
      <vt:lpstr>Challenges &amp; Learnings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Nithin Narayanan(UST,IN)</cp:lastModifiedBy>
  <cp:revision>5</cp:revision>
  <dcterms:created xsi:type="dcterms:W3CDTF">2013-01-27T09:14:16Z</dcterms:created>
  <dcterms:modified xsi:type="dcterms:W3CDTF">2025-05-02T08:12:15Z</dcterms:modified>
  <cp:category/>
</cp:coreProperties>
</file>